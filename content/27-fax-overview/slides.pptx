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紙・FAX業務をAIで自動化する ｜ 第2回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全体像 ― 4つのステップ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取り込み → 文字化 → 構造化 → 連携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基本形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自動化は、この4ステップでできている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取り込み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紙はスキャン、FAXは複合機/eFAXで、画像データにして指定の場所へ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文字化（OCR）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画像の中の文字を、コンピュータが読める文字データにする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構造化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文字の中から「品名・数量・金額・納品先」など意味のある項目を取り出す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④ 連携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取り出したデータを、受注管理などの基幹システムへ渡す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ステップ①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取り込み ― まず「データ」にする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・紙はスキャナや複合機で読み取り、PDFや画像にする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・FAXは複合機やeFAXで、そのままデジタルのファイルにできる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・読み取ったファイルを、決まったフォルダに置く（次の処理の入り口）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ステップ②③④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文字にして、項目を取り出し、システムへ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・② OCRで、画像を“文字”に変換する（第3回で詳しく）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・③ その文字から、必要な項目だけを“表の形”に取り出す（第4回）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・④ そのデータを基幹システムへ流し込み、人は確認だけ（第5回）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キーになる考え方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「AIが監視するフォルダ」に置くだけ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・指定フォルダに届いたファイルを、AIが自動で見張って処理する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・担当者は「スキャンしてフォルダに入れる」だけ。あとは流れていく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・できたデータはCSVなどにまとまり、担当へメールで届く、といった形にできる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“置くだけで流れる”形にすると、現場が新しい操作を覚えなくて済む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第2回まとめ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4ステップで全体像をつかむ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・取り込み → 文字化（OCR）→ 構造化 → 連携 の4段階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・入り口は「指定フォルダに置く」だけにすると、現場が楽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・次回から、各ステップを1つずつ詳しく見ていきます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