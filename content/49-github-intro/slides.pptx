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GitHub入門ダイジェスト</a:t>
            </a:r>
          </a:p>
          <a:p>
            <a:pPr algn="l">
              <a:spcAft>
                <a:spcPts val="800"/>
              </a:spcAft>
            </a:pPr>
            <a:r>
              <a:rPr sz="42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黒い画面なしで、保存・共有・共同作業</a:t>
            </a:r>
          </a:p>
          <a:p>
            <a:pPr algn="l">
              <a:spcAft>
                <a:spcPts val="1800"/>
              </a:spcAft>
            </a:pPr>
            <a:r>
              <a:rPr sz="25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ブラウザと GitHub Desktop だけで使えるようになる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pipon learning ｜ GitHub入門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なに？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GitHub がうれしい3つの理由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・履歴が残る・いつでも前に戻せる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・同じファイルを複数人で安全に扱える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・公開できる（ポートフォリオにもなる）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まず言葉4つ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これだけ覚える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リポジトリ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880360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プロジェクトの保管箱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38728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コミット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3538728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変更の記録＋一言メッセージ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97096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プッシュ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4197096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クラウド（GitHub）へ反映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55464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クローン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4855464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自分のPCに取り込む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はじめ方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アカウントと安全設定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・github.com で Sign up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・2段階認証（2FA）を必ずオンに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・見せたくないものは Private（非公開）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リポジトリ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保管箱を作る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・New repository ＋ Add a README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・README は Markdown で書く『説明書』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・タブ：Code / Issues / Pull requests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ブラウザだけ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作成・編集・コミット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・Add file → 編集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・Commit changes＝保存して記録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・履歴（Commits）から前に戻せる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GitHub Desktop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PCと同期（黒い画面ゼロ）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・Clone でPCに取り込む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・編集 → Commit → Push origin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・始める前に Pull しておく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共同作業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Issues・ブランチ・Pull Request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・Issues＝やること・バグの付箋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・ブランチ＝main を壊さず試すコピー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・Pull Request＝変更の提案 → レビュー → マージ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安全＆はじめよう</a:t>
            </a:r>
          </a:p>
          <a:p>
            <a:pPr algn="l">
              <a:spcAft>
                <a:spcPts val="800"/>
              </a:spcAft>
            </a:pPr>
            <a:r>
              <a:rPr sz="42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小さく・こまめに・まず1つ作る</a:t>
            </a:r>
          </a:p>
          <a:p>
            <a:pPr algn="l">
              <a:spcAft>
                <a:spcPts val="1800"/>
              </a:spcAft>
            </a:pPr>
            <a:r>
              <a:rPr sz="25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秘密情報は上げない／Privateを使う／今日リポジトリを1つ作ろう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pipon learning ｜ GitHub入門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