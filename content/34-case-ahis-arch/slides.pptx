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案件追体験シリーズ ｜ 第3章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認証・インフラの設計判断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“作りすぎない”という技術判断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この章のテーマ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一番効くのは、“足さない・削る”判断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・開発フェーズが進み、認証とインフラの設計が本格化する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・複数システム・複数社・前ベンダーから引き継いだ暫定構成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・ここで効くのは、新技術を足す判断より“足さない・削る”判断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過剰設計を避けながら、必要な堅牢さだけを残す6つの判断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AWSアカウントを、どう分けるか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・本番・開発・各システムが増えていく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・単一アカウントに全部入れるか、最初から“組織”で分けるか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・土台の分け方は、後から変えるのが一番高い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局面01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最初から AWS Organizations で土台を組む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・アカウント追加が手続き不要／請求を一本化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・本番の誤操作を防ぐガードレール／初期設定を組織前提で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・学び：分離・請求・ガードレールは、後から足すほど高い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チャット機能のために、技術を増やすか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・システムは REST 中心で素直に組めている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・チャットのリアルタイム性に GraphQL/AppSync/DynamoDB 案が出る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・“できる”と“要る”は違う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局面02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局所要件のために、基盤技術を増やさない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・REST中心にチャットのためだけの GraphQL は合理的でない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・AppSync・DynamoDB は入れず、既存構成で実現する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・学び：新技術は“それが無いと解けないか”で判断する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引き継いだ暫定構成に、要らないものが残る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・前ベンダーの構成資料がある（6月時点・未確定構成）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・要件整理でアカウント基盤を大幅削減した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・暫定構成の認証サーバー、今の要件に本当に要るか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局面03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要件が変わったら、構成も棚卸しする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・削減後の要件で構成を再整理する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・今の要件で不要になった認証サーバー等は落とす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・学び：不要なサーバー1台が、運用コストと攻撃面を増やす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システムごとに、ログイン方式が違う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・認証ライブラリは共通化で決定（BetterAuth）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・社内寄りの管理系と、一般ユーザー向けポータルがある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・すべて同じ方式にすべきか、分けるべきか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局面04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方式は利用者で選び、土台は共通にする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・社内寄りは IdP 連携、一般向けは要件に応じて確定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・土台は全方式を吸収できるライブラリにする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・学び：統一より利用者に合わせる。選択を変える余地を残す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サービス間の“内部認証”の鍵をどう持つか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・システムは複数の BFF に分かれる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・サービス間を信頼する内部JWTの署名鍵をどう管理するか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・設計書には鍵が1件しか登録されていない、と指摘が出た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局面05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各自が鍵を持ち、無停止でローテーション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・各BFFが自分の鍵で署名する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・kidでJWKS新旧を併存、90日以内にオーバーラップで更新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・学び：鍵は必ず替える前提。設計とコードのズレは早く拾う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技術の結論が、いつまでも決まらない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・多社・多人数で、技術選定の議論が先送りされ続ける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・「念のため」「一応確認」で結論が出ない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・全員の合意を待つと、設計が前に進まない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局面06 ― 判断と学び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推奨案＋反対期限で、決め切る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・推奨案を明示し「いつまでに反対がなければ進める」と期限を切る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・デフォルトとオプトアウトで、沈黙も意思表示にする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・学び：多人数の意思決定では、“決めない時間”が一番高い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“作りすぎない”設計判断 6か条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1. 土台は組織前提で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分離・請求・ガードレール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2. “要る”で選ぶ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局所要件で基盤を増やさない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3. 引き継ぎ構成を棚卸し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前提が変われば余分が残る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4. 認証は利用者で選ぶ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土台は全方式を吸収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5. 鍵は替える前提で設計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各自が持ち無停止ローテ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6. 反対期限で決め切る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決めない時間が一番高い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シリーズ継続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次章候補：現場起点の機能設計 / 速いQA運用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現場とプロダクトをつなぐ判断へ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紙の困りごとを機能に／全部起票してから絞る速いQAを追体験する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