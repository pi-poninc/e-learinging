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FDEスクール 入門編 ｜ 第0話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FDEとは何か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― 目指す会社の形を、3つの違いで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株式会社pipon｜pipon learning ／ FDEスクール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結論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受託 → FDE 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・フォワード・デプロイド・エンジニアの会社へ変わる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・ひとことで言えば、売上の単位を「案件」から「顧客」へ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・単発で売るのではなく、1社と継続で付き合う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なぜ変えるのか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3つの悩みは、一本の線でつながっている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・案件が単発で終わり、積み上がらない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・人を採っても、育て切れない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・何に投資すべきかが、決まらない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FDE企業の3条件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受託会社と、3つだけ違う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1. 顧客単位の月額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880360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売上の単位は案件でなく顧客（継続契約）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38728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2. 社長と話せる責任者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538728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1社に1人、直接向き合う窓口がいる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97096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3. 共通の道具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197096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顧客をまたいで使い回す資産がある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3が一番大事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共通の道具が無いと「人貸し」に戻る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・立派な製品でなくていい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・案件ごとに残す手順書、Claude Codeのスキル、接続部品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・この集まりが、早く・安くを可能にする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月額だと何が変わるか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ゼロから営業 → 継続が土台に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単発の請負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880360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毎月ゼロから営業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38728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月額の継続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538728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継続売上が土台 → 粗利が見える → 採用計画が立つ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2636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さっきの3つの悩みが、順番に解けていく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最初の実例：ONS（大阪鉛）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小さな入口から、現場に入り込む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・入口＝伺い書・お弁当の小さな業務システム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・同時に、超硬チップ選別という難問のPoCにも挑戦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・気づけば複数テーマで常駐。これがFDEの入り方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この後の学び方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入り方を「型」として学ぶ（全4点）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入口の仕事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880360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第1話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38728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課題一覧の作り方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538728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第2話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97096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月額提案の出し方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197096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第3話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55464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社長への月次報告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4855464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第4話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大事な一言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お客さまへの約束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・「決まった納品物を納めるのではなく、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　御社の課題を、毎月いちばん効く順に解き続けます」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・これが、FDEの約束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次回予告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第1話：入口の仕事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研修・業務診断から、どう月額につなげるか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株式会社pipon｜pipon learning ／ FDEスクール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