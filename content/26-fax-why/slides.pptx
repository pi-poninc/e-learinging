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第1回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なぜ今、紙・FAX業務の自動化か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手入力の限界をAIで越える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多くの現場は、まだ紙とFAXで動いている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・受注・発注・請求…いまだにFAXや紙でやり取りする業界は多い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・ある受注業務では、1日に100件を超えるFAX注文が届く例も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・届いた紙を、人が1件ずつシステムに手入力している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手入力が生む問題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「人がやるしかない」が、ミスと工数を生む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・入力ミス：数量・金額・品番の打ち間違い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・取り違え：納品先や商品の誤り → クレーム・再配送のコスト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・工数：件数が多いほど、人手と時間を大量に消費する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思い込みを外す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「自動化できない」は、もう古い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・紙・手書き・レイアウトのばらつきは、以前はAIの苦手分野だった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・いまのAI-OCRとLLMは、そこにかなり対応できるようになった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・全部は無理でも、“大半を自動化し、難しい分だけ人が見る”が現実的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ゼロか100かではなく「7〜9割を自動化して、残りを人が確認」で十分効く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この講座で分かること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自分の業務に当てはめられるようになる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・紙・FAX自動化の“全体像”（4つのステップ）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・各ステップの勘所（OCR・項目抽出・基幹連携・人の確認）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・小さく始めて効果を出す進め方と、よくある落とし穴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紙・FAX業務は、AIで大きく減らせる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・手入力依存は、ミス・取り違え・工数という痛みを生む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・いまのAIなら“大半を自動化し、難しい分だけ人が見る”が実現できる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・次回は、自動化の基本形＝4ステップの全体像を見ます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