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920240"/>
            <a:ext cx="106070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600"/>
              </a:spcAft>
            </a:pPr>
            <a:r>
              <a:rPr sz="22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FDEスクール 入門編 ｜ 第4話</a:t>
            </a:r>
          </a:p>
          <a:p>
            <a:pPr algn="l">
              <a:spcAft>
                <a:spcPts val="800"/>
              </a:spcAft>
            </a:pPr>
            <a:r>
              <a:rPr sz="42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社長への月次報告</a:t>
            </a:r>
          </a:p>
          <a:p>
            <a:pPr algn="l">
              <a:spcAft>
                <a:spcPts val="1800"/>
              </a:spcAft>
            </a:pPr>
            <a:r>
              <a:rPr sz="25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― 月額を続けてもらう、一番大事な装置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9A948C"/>
                </a:solidFill>
                <a:latin typeface="Hiragino Kaku Gothic Pro"/>
                <a:ea typeface="Hiragino Kaku Gothic Pro"/>
                <a:cs typeface="Hiragino Kaku Gothic Pro"/>
              </a:rPr>
              <a:t>株式会社pipon｜pipon learning ／ FDEスクール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狙い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社長が毎月「来月も払う理由」を感じる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80360"/>
            <a:ext cx="104241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・責任者が社長と直接、月に一度向き合う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・来月も続ける理由を、毎月感じてもらう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1枚フォーマット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報告は、たった1枚。中身は4つ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80360"/>
            <a:ext cx="104241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・① 今月やったこと　② 数字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・③ 来月の5つ　④ リスク／判断してほしいこと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・順番に見ていく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① 今月やったこと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動いたものを、具体的に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80360"/>
            <a:ext cx="104241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・動いたもの、消化した課題を具体的に示す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② 数字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消化数・利用状況・効果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80360"/>
            <a:ext cx="104241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・課題の消化数、利用状況、効果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・製品なら、利用ダッシュボードを見せる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③ 来月の5つ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更新した課題一覧の、上位5件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80360"/>
            <a:ext cx="104241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・ローリング更新した課題一覧の上位5件を出す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④ リスク／判断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社長に判断してほしいこと（1〜2つ）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80360"/>
            <a:ext cx="104241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・リスクと、社長に判断してほしいこと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・ここは1つか2つに絞る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ONS例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ステコミ報告会が、この装置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80360"/>
            <a:ext cx="104241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・ステコミ報告会や定例が、まさにこの月次報告の装置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・アジェンダはドキュメントで管理する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920240"/>
            <a:ext cx="106070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600"/>
              </a:spcAft>
            </a:pPr>
            <a:r>
              <a:rPr sz="22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次回予告</a:t>
            </a:r>
          </a:p>
          <a:p>
            <a:pPr algn="l">
              <a:spcAft>
                <a:spcPts val="800"/>
              </a:spcAft>
            </a:pPr>
            <a:r>
              <a:rPr sz="42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第5話：共通の道具</a:t>
            </a:r>
          </a:p>
          <a:p>
            <a:pPr algn="l">
              <a:spcAft>
                <a:spcPts val="1800"/>
              </a:spcAft>
            </a:pPr>
            <a:r>
              <a:rPr sz="25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人貸しに戻らないための仕組み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9A948C"/>
                </a:solidFill>
                <a:latin typeface="Hiragino Kaku Gothic Pro"/>
                <a:ea typeface="Hiragino Kaku Gothic Pro"/>
                <a:cs typeface="Hiragino Kaku Gothic Pro"/>
              </a:rPr>
              <a:t>株式会社pipon｜pipon learning ／ FDEスクール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