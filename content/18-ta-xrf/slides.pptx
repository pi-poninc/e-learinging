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第6回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品質管理とXRF / LIBS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ラベルループでAIが熟練者を超える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XRFループ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AIと熟練者が食い違った個体を、XRFで白黒つける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・学習後、AIの判定と熟練者の判定が食い違った個体を抽出する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・その個体をXRF（成分分析）で測定し、どちらが正しいかを確定する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・正しいラベルに直して、再学習する。これを回し続ける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なぜ効くか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この循環で、AIが熟練者を“超える”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・熟練者でも、数%は判定を誤る（人間だから当然）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・食い違いをXRFで潰すたびに、学習ラベルの質が上がっていく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・結果として、AIは熟練者の平均を超える精度に到達しうる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“人の判断を正解とする”限界を、客観的な成分分析で突破する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補完技術①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XRF（蛍光X線）：ハンドヘルドで数秒測定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・W・Co・Ti・Ta などの元素を、数秒で測れる。刻印の状態に依存しない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・留意点：表面コーティングの影響を受ける／炭素(C)は測れない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・用途：ラベル品質管理、見た目がそっくりな品種ペアの確定、保留品の処理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補完技術②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LIBS（レーザー分光）：母材を直接・高速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・レーザーでコーティングを貫通し、母材の成分を直接測定できる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・ミリ秒で判定でき、全自動ライン向き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・ただし装置は高価（数百万〜1,000万円超）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費用感の目安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まずはハンドヘルドXRFを短期レンタル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XRF レンタル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 20〜40万円（まずはこれで品質管理ループを確立）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XRF 中古 / 新品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中古 100〜250万円 ／ 新品 300〜600万円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LIBS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数百万〜1,000万円超（全自動ラインの段階で検討）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第6回まとめ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成分分析で“正解の質”を担保する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・AIと熟練者の食い違いをXRFで確定し、ラベルを直して再学習（XRFループ）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・この循環で、AIは熟練者を超える精度に到達しうる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・XRFは数秒・手持ちで品質管理に、LIBSは高速・全自動ライン向き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