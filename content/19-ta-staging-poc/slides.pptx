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第7回（最終回）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段階導入とPoC実測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どこまで出来ているか、次に何をするか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いきなり全自動にしない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4段階で、少しずつ自動化を進める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第1段階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撮影ブース製作＋主要10〜20品種×各200個収集＋学習＋精度実証（2〜3ヶ月）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第1段階と並行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ハンドヘルドXRFレンタルで、ラベル品質管理ループを確立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第2段階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「置くだけ選別」。置く→AI表示→ビンへ。熟練者でなくても選別できる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第3段階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全自動ライン（自動撮影→AI判定→自動振り分け、保留は人/XRF）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費用と速度の目安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高価なサーバーは不要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・学習はクラウドGPU（月 数万円）で足りる。自前の高価なサーバーは不要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・撮影治具は数十万円規模から始められる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・AIの判定速度は1個あたり数十ミリ秒 → ライン化にも耐える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PoC実測①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見た目だけで2品種が高く分離した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・撮影セット389枚（うち取り込み372枚・188個体）で検証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・学習前のゼロショット確認で、個体単位のTop-1が0.947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・ArcFace学習でも、検証Top-1が0.92〜0.95 → “見た目で分かれる”初期兆候は良好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PoC実測②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自動化率と精度のトレードオフ（2品種）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しきい値ゆるめ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カバレッジ（自動化率）ほぼ100% ／ 精度 約97〜98%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しきい値 0.40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自動化率 約89% ／ 判定分の精度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しきい値を上げる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精度は保てるが、自動化率は下がる（保留が増える）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運用点（どこまで自動化するか）は、この曲線を見て決める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正直に言うと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これは「2品種・少数」での数字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・実際にデータが揃っていたのは、実質2品種のみ（166個体と22個体）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・構想の“主要10〜20品種”での精度は、まだ証明できていない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・刻印OCRの読取率は0%（これは想定内。だから“見た目”で解く）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2品種の数字を“全品種のKPI”と偽らない。ここを誠実に見ておくのが大事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次にやること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データ収集が本体 ― ここから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撮影ブースの製作（斜光＋拡散・条件統一・ターンテーブル）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主要10〜20品種×各200個以上の収集（摩耗品2〜3割）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ハンドヘルドXRFのレンタルで品質管理ループを確立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収集データで学習・精度実証 → 置くだけ半自動 → 全自動ラインへ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全7回まとめ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熟練者の眼を、撮るだけでAIに移す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・TA選別＝超硬チップの品種分別をAIで（刻印でなく“見た目”）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・ArcFaceで保留・新品種登録・段階自動化。精度はデータと照明で決まる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・XRFループで熟練者を超える。段階導入で、置くだけ→全自動へ。全7回おつかれさまでした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最大の強み：社内にある“熟練者の眼”を、分別のついでの撮影だけでAIに移植できること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