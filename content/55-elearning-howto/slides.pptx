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eラーニングの作り方 ダイジェスト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台本から動画・講座登録まで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本人クローン声で半自動に量産する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eラーニングの作り方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4ステップで作る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台本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スライドと1対1・話し言葉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スライド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gen_slides.py → 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生成/合成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声→文字起こし→合成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登録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Vimeo→レッスン登録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台本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ここで8割決まる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・script_台本_cc.md は1行＝1スライド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・行数＝スライド枚数（必ず一致）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・話し言葉・1枚1メッセージ・締めは覚える3〜4つ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スライド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gen_slides.py で作る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・_deck.build_deck に辞書のリストを渡す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・型は title / bullets / rows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・1枚は要点3つまで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声と合成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本人クローン声で自動化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・Fish Audioで音声→whisperで文字起こし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・切替タイミングを自動推定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・背景・テロップ・（任意で）ワイプを合成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レイアウト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縮小して余白を作る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・スライドを左上に縮小→右と下に余白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・右にワイプ・下にテロップ（重ならない）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・テロップ背景は黒を避ける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登録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build_course.py で一括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・--section-id / --start-order / --voice を指定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・生成→Vimeo限定公開→lessons登録まで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・長いのでバックグラウンド実行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品質・運用｜まとめ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一般化・1対1・プレビュー・締めの要点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顧客名/数値は必ず一般化。タイミングは目視で一手間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eラーニングの作り方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