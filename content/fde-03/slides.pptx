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FDEスクール 入門編 ｜ 第3話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月額提案の出し方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請負ではなく「解き続ける」契約に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狙い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範囲固定の請負でなく、解き続ける契約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・決まった納品物を納める請負ではない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・課題を毎月解き続ける契約にする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・これが月額の本質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提案の芯（ひとこと）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毎月いちばん効く順に、解き続ける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・「決まった納品物ではなく、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　御社の課題を毎月いちばん効く順に解き続けます」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・これが提案の芯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体制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責任者1名が窓口（社長と直接）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・責任者が1名、御社の窓口になる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・社長と直接話す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・後ろに、piponのチームと共通の道具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スコープ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課題一覧を、ローリングで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・前回作った課題一覧がスコープ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・毎月見直し、終わったら次に差し替える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・固定しないのがポイント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料金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初期 ＋ 月額リテイナー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初期費用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立ち上げ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月額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目安 200〜250万／月 × 12ヶ月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製品利用料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別建てにする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出口の約束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囲い込みでなく、信頼で続く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・共通の道具を使うので、早く・安く・引き継げる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・囲い込みではなく、信頼で続けていただく形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提案書の骨子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6つ（テンプレあり）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・① 現状と課題5つ　② 今月やること　③ 体制と責任者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・④ 料金　⑤ 月次報告の形　⑥ 再利用する道具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次回予告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第4話：社長への月次報告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提案が通ったら、関係を続ける装置を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