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紙・FAX業務をAIで自動化する ｜ 第3回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取り込みとOCR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画像を「文字」に変える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取り込みの選択肢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紙とFAXを、デジタルの入り口へ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スキャナ / 複合機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紙をまとめてPDF・画像化。フォルダ保存まで自動化しやすい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eFAX（インターネットFAX）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FAXを紙に出さず、最初からPDFで受け取れる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共通のコツ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「1枚に1件」に整える。複数件が混ざると後工程が難しくなる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OCRとは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画像の中の文字を、文字データにする技術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・スキャンした画像は、人には読めても、コンピュータには“ただの絵”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・OCR（オーシーアール）は、その絵の中の文字を、文字データに変換する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・これで初めて、検索したり、項目を取り出したりできるようになる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AI-OCRの実力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昔の苦手分野に、強くなってきた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・手書き文字、崩れたレイアウト、かすれにも、以前よりずっと対応できる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・帳票ごとに位置を細かく設定しなくても、読めるケースが増えた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・LLMと組み合わせると「この欄は数量」といった“意味の理解”もできる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とはいえ限界もある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読めないものは、正直に「読めない」と扱う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・かすれ・押印の重なり・低解像度・手書きの癖 は、やはり誤読が増える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・100%は目指さない。誤読しやすいものは“保留”にして人へ回す（第4回）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・「自信のない読み取り」を見分けて分けることが、品質を守るカギ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精度を上げるコツ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入り口の品質が、精度の大半を決める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・解像度を上げる（目安300dpi以上）、傾き・影を減らす、白黒をはっきり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・同じ帳票なら、テンプレート（項目の位置のヒント）を用意すると安定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・“きれいに取り込む”だけで、後工程のミスが大きく減る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第3回まとめ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きれいに取り込み、文字に変える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・取り込みはスキャナ/複合機/eFAX。「1枚1件」に整える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・OCRで画像を文字データ化。AI-OCR＋LLMで“意味”も扱える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・100%は求めず、読めないものは保留に。入り口の品質が精度を決める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