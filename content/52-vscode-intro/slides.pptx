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VS Code入門ダイジェスト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編集も、コマンドも、Gitも、1画面で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無料エディタを『作業場』にする全体像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VS Code入門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VS Code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・無料のテキスト／コード編集ソフト（Win/Mac共通）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・拡張機能で必要な機能だけ足せる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・ターミナル内蔵・Git連携で1画面完結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入れて、日本語にして、見る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・code.visualstudio.com から入れる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・拡張 Japanese Language Pack で日本語化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・左の帯で切替、中央で編集、下にターミナル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フォルダを開いて編集・保存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フォルダーを開く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左にファイル一覧（エクスプローラー）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⌘/Ctrl +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保存（自動保存もオンにできる）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タブ / 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複数ファイルを並べて編集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探す・呼ぶ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コマンドパレットが主役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・Ctrl/⌘ + F：検索（+Shift+F で全体検索）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・Ctrl/⌘ + P：ファイルを名前で開く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・Ctrl/⌘ + Shift + P：何でもここから（迷ったらこれ）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ターミナル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内蔵ターミナルで完結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・Ctrl + @（バッククォート）で開く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・開いているフォルダがそのまま作業場所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・claude や git をこの画面で実行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拡張 &amp;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足す・記録する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・拡張：日本語・Prettier 等（信頼できるものだけ）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・ソース管理タブ＝変更→コミット→同期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・黒い画面なしで Git が使える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気をつけること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・知らないフォルダは『ワークスペースの信頼』で制限モード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・怪しい発行元の拡張は入れない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・設定同期で別PCにも引き継げる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覚える4つ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開く・保存・ターミナル・パレット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まずこれで、日常の作業は十分回る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VS Code入門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