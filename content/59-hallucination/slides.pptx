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ハルシネーション対策 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モデル変更時の精度検証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AIは間違える前提で、設計と運用で抑える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ハルシネーション対策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性質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なぜ起きる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・次に来そうな言葉を確率で選ぶ（事実DBではない）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・曖昧な入力でも空白を埋めて作る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・音声の聞き間違い・OCR誤読も同種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モデル変更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“良くなるはず”の落とし穴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・全体は良くても特定の語で悪化しうる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・一般に良い≠あなたの業務で良い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・感覚で切り替えると本番で事故る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検証の型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評価データ＋指標＋回帰テスト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評価データ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正解付き・苦手ケース込み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指標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用途に合う物差し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回帰テスト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新旧を同条件で比較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見方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平均だけでなくケース差分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運用で抑える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・『分からなければ分からないと言う』＋根拠を出させ照合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・確信度が低いものは人のレビューへ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・フォールバックと本番の継続監視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性質を知る→比較必須→検証→運用で抑える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ゼロにはできない。検証して選び、怪しいものは人へ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ハルシネーション対策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