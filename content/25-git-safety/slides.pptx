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はじめてのGitとコマンド ｜ 第6回（最終回）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困ったとき＆安全のコツ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今日から使える最小ワークフロー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learning（まったくの初心者向け）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困ったら、まず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 status ―「今どこ・今どうなってる」を確認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・操作に迷ったら、とにかく $ git status。変更やadd の状況が分かる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git log で、これまでの保存履歴も確認できる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・あわてて操作する前に、“現在地”を見るクセをつける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気をつけること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やってはいけない・注意すること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rm -rf のような“まとめて消す”命令は、確認せずに使わない（戻せない）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・パスワードやAPIキーなどの秘密情報は、commit しない（公開事故のもと）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・意味の分からないコマンドを、コピペでそのまま実行しない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少しでも不安な操作は、実行する前に詳しい人に聞く。これが一番安全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間違えたとき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たいていは“戻せる”から大丈夫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・まだ commit していない変更 → 元に戻すコマンドで戻せる（status が教えてくれる）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・commit 済みでも、履歴が残っているので過去の時点に戻れる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・こわい操作・分からないエラーは、無理せず人に相談。Gitは基本やり直せる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今日から使う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最小ワークフロー（これだけで回る）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・① git clone（or init）でプロジェクトを用意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・② ファイルを編集 → ③ git add . → ④ git commit -m "説明"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・⑤ git push でクラウドへ。次の作業前に git pull で最新に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よく使うコマンド早見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まずはこの10個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pwd / ls / 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今どこ・何がある・移動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git status / git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今の状態・履歴を見る（迷ったらこれ）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git add / git commit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変更を選ぶ・保存する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git push / git pull / git 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送る・受け取る・コピーしてくる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全6回まとめ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黒い画面は、もう怖くない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・コマンド＝文字で命令。pwd・ls・cd で迷子にならない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・Git＝履歴が残り戻せる仕組み。編集→add→commit のくり返し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・GitHubで push / pull して共有。困ったら status、不安なら人に聞く。おつかれさまでした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