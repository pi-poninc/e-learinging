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FDEスクール 応用編 ｜ 第1話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提案書を書く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骨子6点を、1枚に落とす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 応用編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ねらい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課題一覧を、通る提案書に変える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・入門編で作った課題5つを、提案書の形にする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・長い資料はいらない。芯が通っていればいい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骨子は6点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この6つを埋めれば、提案書になる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 現状と課題5つ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課題一覧をそのまま（効果×容易さ順）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② 今月やること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最初の1ヶ月の具体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③ 体制と責任者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窓口1名＋チーム＋道具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④ 料金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初期＋月額・製品は別建て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13831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⑤ 月次報告の形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513831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1枚4項目を約束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7220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⑥ 再利用する道具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17220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引き継げる・早い・安い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①現状と課題5つ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課題一覧を、そのまま芯にする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・効果×着手の容易さで並べた5つをそのまま載せる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・“御社の言葉”で書くと、自分ごとになる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④料金の見せ方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値引き合戦でなく、継続の価値で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・初期＋月額リテイナー、製品利用料は別建て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・根拠は「継続で解き続けるから粗利と効果が積み上がる」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・安さでなく、続く価値で選ばれる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⑥出口と道具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引き継げる、と明記する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・共通の道具を使うので、早い・安い・引き継げる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・囲い込まないと書くことが、逆に信頼になる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やってはいけない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提案書のNG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・範囲を細かく固定しすぎる（請負に戻る）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・安く見せるための値引き（継続の価値が消える）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・分厚くして芯をぼかす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次回予告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第2話：月額を育てる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固定でなく、成長させる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 応用編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