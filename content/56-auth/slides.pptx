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認証設計シリーズ ダイジェスト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要件定義から鍵ローテまで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後から直しにくい認証を、最初に決め切る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pipon learning ｜ 認証設計シリーズ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前提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認証と認可を分ける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・認証＝誰か を確かめる（ログイン）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・認可＝何をしてよいか を決める（権限）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・混ぜると設計が崩れる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① 要件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決め忘れをなくす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・ログイン手段・PWポリシー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・ロック条件/解除/失敗リセット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・リセット・MFA・通知・セッション・退会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② 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主要方式＋足せる余地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メール+PW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慣れ。使い回し対策必須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マジックリンク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PW不要。到達性/期限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パスキー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フィッシングに強い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55464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ソーシャル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855464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登録が速い。退会扱い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③ 実装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作らず選ぶ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・PW保管・MFA等は事故が致命的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・認証ライブラリ／IDプロバイダに任せる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・必要な方式・SSO・運用で選ぶ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④ サービス間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内部JWTとBFF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・内部も“正規の呼び出しか”を検証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・秘密鍵で署名→公開鍵で検証(iss/aud/exp)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・BFFが外部→内部トークンに橋渡し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⑤ 鍵ローテ｜まとめ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JWKS新旧併存で無停止交換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kidで識別・オーバーラップは有効期限より長く。鍵は替える前提で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pipon learning ｜ 認証設計シリーズ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