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第9回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安全：現場で絶対に守ること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現場に行く人は全員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まず安全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資格のない人は、キュービクルと盤に触らない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・高圧(6,600V)は、触れなくても近づくだけで放電して感電する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・低圧の200V・100Vでも、濡れた手や金属の床の上では死亡事故が起きる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・ショートのアーク（火花）は、感電しなくても重い火傷になる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コンデンサは電源を切っても電気をためている。「ブレーカーを切ったから安全」とは限らない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やってはいけないこと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この行為が事故になる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・キュービクル・電気室の扉を開ける／中に入る／工具や自撮り棒を差し入れる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・分電盤・動力盤・制御盤の扉を自分で開ける／ブレーカーを自分の判断で入り切りする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・「投入禁止」「操作禁止」の札が付いたスイッチに触る（人が作業中の印）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・たこ足配線・容量超えの延長コード／濡れた手で機器を触る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現場で守る手順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必要なことは、電気担当者に頼む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・盤の中の写真・銘板の撮影・電流値の読み取りは、拠点の電気担当者に依頼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・検証用PC・カメラをつなぐ前に、使ってよいコンセントと容量を確認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・持ち込む機器の消費電力（W/VA）を事前に一覧で渡す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・異常（焦げ臭・異音・発熱・火花）は触らず責任者へ。感電者は素手で触らない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持ち込み機器の目安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100Vコンセント1系統は合計1,500〜2,000Wまで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ノートPC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50〜100W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GPU搭載デスクトップPC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500〜1,000W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産業用カメラ・小型LED照明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数W〜数十W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スポットクーラー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700〜1,200W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GPU搭載PCとスポットクーラーを同じ系統につなぐと、それだけで上限に達する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第9回まとめ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「触らない・勝手にやらない・事前に伝える」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・高圧は近づくだけで感電、低圧でも死亡事故。資格者以外は盤に触らない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・写真・電流値・コンセントは、必ず拠点の電気担当者に頼む／確認する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・持ち込み機器は消費電力を事前共有。異常は触らず知らせる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