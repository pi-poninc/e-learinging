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要求と設計の型 ダイジェスト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分類に落とす・全体絵・過剰設計を防ぐ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バラバラの要求を設計に使える形へ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要求と設計の型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① 分類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要求をレーンに落とす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・並べるだけでは重複・粒度バラバラ・抜け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・業務のまとまりでレーンを作り配る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・「その他」は保留置き場（膨らむ＝軸が合ってない）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② 全体絵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Figmaでモジュール化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・画面/モジュールを箱で並べ関係を描く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・顧客と一緒に見て解釈のズレを防ぐ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・粗く全体→過不足が見える。仕様でなく地図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③ 過剰設計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最小で作る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・今回のスコープか？を常に問う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・最も単純で要件を満たす技術を選ぶ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・迷ったら後から足せる方（減らすは難しい）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④ 橋渡し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設計へつなぐ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スコープ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やる/やらないの線引き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WBS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分類と全体絵から作業に分解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未決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決まってない前提を一覧化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AI活用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要件素案・論点をAIで起こし人が確認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まとめ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分類→全体絵→最小設計→未決を添えて走る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顧客ワークショップ講座の実践編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要求と設計の型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