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第2章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複数社連携の開発マネジメント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5社で1つのプロダクトを作る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この章の前提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開発フェーズ。人も会社もツールも増えた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・要件整理を越え、複数の開発会社が同時に動く開発フェーズへ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・企画チームが要件を定義し、複数の開発チームが設計・実装する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・あなたはFDEとして、α版更新と企画⇔開発の橋渡しを担う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プロジェクトを“回す”ための6つの岐路を見ていきます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決定が、どこで決まったか分からなくなる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・仕様やルールが Slack・Backlog・定例・個別MTG のあちこちで決まる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・「それどこで決まったっけ？」を探すのに毎回時間がかかる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・5社いると、同じことを別の人がまた議論し始める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決定の置き場を1つに、日次で更新する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・「決定事項シート」1枚に集約。担当が日次更新、迷ったらまずここ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・担当不在の会議は参加者が記載、抜けは気づいた人が追記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・学び：決定は散らばる前提。集約点と更新する人を置く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アカウント招待が、全員に行き渡らない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・Backlog・GitHub・Neon…連携に必要なアカウントが多い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・一部メンバーが期限内に承認せず失効→クライアントに再依頼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・同じ依頼を繰り返させるのは、地味に効く信用コスト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招待を“作業”として管理する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・期限内に承認し、ログインできることまで確認を全員の必須対応に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・依頼済みリストで、誰が未対応かを可視化する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・学び：多社連携の初速は、全員のアカウントが揃うかで決まる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運用ルールを、いつ・どこまで決めるか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・ステータス・粒度・命名…細かく決めることは山ほどある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・最初に全部固めるか、走りながら決めるか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・使う前にガチガチに決めたルールは、だいたい形骸化する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ルールは後追いで育てる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・まずチケットの粒度だけ先に合わせる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・細かい運用ルールは、回り始めて“必要になった分”を足す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・学び：例「内部確認中」ステータスは、詰まった時に追加した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企画チームと開発チームが、分断する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・要件定義（企画）→設計・実装（開発）に分かれている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・確認したいことが出るたび、誰にどう聞くかで止まる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・チーム間に導線がないと、確認のたびに待ち時間が生まれる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分けた境界に、確認の導線を作る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・企画側のキーパーソンを開発チャンネルに常駐させる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・確認事項をそのまま投げられる導線を常設する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・学び：分業の成否は、境界の設計で決まる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要件が固まり切らないまま、納期が来る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・中間納品の期日が近いが、未確定の要件がまだ残る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・設計を進めるほど、新しい未確定事項が出てくる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・完璧を待つと、何も渡せないまま期日を越える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未確定事項一覧を添えて、中間納品する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・現時点の成果に「未確定事項一覧」を添えて出す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・“今後も更新前提の中間納品”として渡す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・学び：曖昧さは隠すより可視化する方が、信頼される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大人数で、通知と会議に溺れる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・実務の細かいやり取りにも、全員へ通知が飛ぶ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・全体定例が惰性で続き、肝心のことが埋もれる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・情報は多いのに、届くべき人に届いていない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通知と会議を、能動的に設計する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・実務の細かい会話では、リーダーへのメンションを外す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・内容が薄い・不参加が多い定例は、その回を中止する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・学び：通知と会議の設計も、立派な生産性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複数社連携を回す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決定の置き場を1つに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日次更新・迷ったらここ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招待は作業として管理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初速と信用はここで決まる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ルールは後追いで育てる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粒度だけ先に・運用から足す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境界に確認の導線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橋渡し役を常駐させる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未確定を添えて納品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曖昧さは可視化する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通知と会議を設計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要る人に要る情報だけ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次章予告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第3章：認証・インフラの設計判断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“作りすぎない”という技術判断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認証方式の選定／過剰設計の回避／サービス間認証を追体験する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