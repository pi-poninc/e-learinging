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FDEスクール 応用編 ｜ 第3話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1社を深く耕す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広げるより、深く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 ／ FDEスクール 応用編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ねらい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顧客単位＝1社を深く掘る発想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・新規を追うより、今の1社で複数テーマを解く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・深耕こそ、FDEの“顧客単位”の本質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複数テーマ化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1つ効いたら、隣の課題へ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・最初の成果が、次のテーマの信頼になる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・テーマを3本柱くらいに束ねて広げる（ONS例）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関わり方を深める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常駐・準常駐で、現場に居る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・訪問頻度を上げる（月3〜4回〜）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・ONS定例と社内定例／拠点を持つ選択肢も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社内の味方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IT窓口から、各部署のキーパーソンへ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・最初の窓口を起点に、味方を増やす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・現場の“この人がいないと”を増やす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社長に食い込む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月次報告＋ステコミで経営に届く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・現場だけでなく、社長の判断に関わる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・経営課題に触れると、関係は切れにくい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深耕の指標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深さを、数字で見る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・カレンダー出現頻度／テーマ数／稼働の比率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・1社の“深さ”が、FDEの健全性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次回予告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第4話：チームでFDEを回す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 ／ FDEスクール 応用編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