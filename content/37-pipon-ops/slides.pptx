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新人オンボーディング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pipon流・実務オペレーションの型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道具の使い方＝仕事の回し方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この講座のねらい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ツールの機能ではなく、“回し方”を覚える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・Slack・Backlog・GitHubを、piponの案件でどう回すか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・正しい手順より、“なぜその運用なのか”を押さえる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・困ったとき、自分で動けるようになるのがゴール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実案件で実際に効いている型だけを集めています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① Slackの使い方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決定を“流さない”。通知は要る人に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・チャンネルは用途で使い分け、実務の細かい話で全員メンションしない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・大事な決定はSlackで流して消さない（後述の決定事項シートへ）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・メンションされたらSlack通知が届くよう設定（確認漏れを防ぐ）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② Backlog：課題を起票する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整えてからより、まず全部起票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・きれいに整形してからより、まず全部起票→確認→不明点だけ修正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・起票はテンプレに沿って（背景・やりたいこと・確認事項）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・粒度：カテゴリ／親／子／コメントを意識して分ける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③ Backlog：ステータス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ステータスは“実態”を映す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・確認待ちで止まっている課題は『処理中』でなく『内部確認中』へ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・『レビュー中』＝まだ作業が必要、という共通認識を持つ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・言葉が実態と少しズレても、迷わない運用を優先する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④ 決定事項シート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決定の置き場は、1枚だけ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・Slack・Backlog・定例・MTGで決まったことを1枚に集約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・担当が日次で更新。抜けは気づいた人が追記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・仕様で迷ったら、まずここを見る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⑤ アカウント招待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招待は“作業”として確実に捌く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・Backlog・GitHub・Neon等、必要なアカウントは多い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・招待が来たら、期限内に承認し、ログインできることまで確認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・依頼済みリストで未対応を可視化。クライアントに再依頼させない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⑥ ヒアリングと議事録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聞く計画を可視化し、議事録は1箇所に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・誰が誰にいつ聞くかをスケジュール表で管理（重複は同席で解消）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・現場に同じことを何度も聞かない（信頼は有限資源）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・議事録は全社共通の1箇所に集約する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⑦ GitHubとPR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設計書も、コードと同じく回す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・作業はブランチを切って → PR → レビュー → mainにマージ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・画面設計・API設計書もGitHubで管理し、同じ流れで更新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・確定した仕様を設計書に反映する、までが1セット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⑧ 中間納品の作法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決まり切らなくても、出せる形にする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・前工程が固まり切らなくても、期日には現時点の成果を出す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・「未確定事項一覧」を添えて、更新前提の中間納品にする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・曖昧さは、隠すより可視化する方が信頼される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⑨ 通知と会議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要る人に、要る情報だけ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・実務の細かい会話では、不要なメンションを外す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・内容が薄い・不参加が多い定例は、その回を中止してよい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・惰性の会議を止めるのは、サボりではなく配慮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⑩ piponの基本姿勢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見てから作る。動くもので会話する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・依頼メモより、現場を見る。作ってから聞かない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・資料より、動くもの（working product）で会話する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・確定を待たず、たたき台を出して議論を前に進める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困ったら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まず、どこを見るか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仕様で迷ったら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決定事項シート → Backlog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言葉が分からない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pipon用語辞典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誰に聞けばいいか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ブリッジ役・先輩に投げる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それでも不明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確認事項として起票して回す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やってはいけない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これだけは避ける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・アカウント招待を放置して期限切れにする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・大事な決定を口頭・DMだけで済ませる（残さない）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・用語を揃えないまま進める／要望を全部盛りで作る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pipon流・実務オペの型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Slack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決定を流さない・通知は要る人に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Backlog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まず全部起票・ステータスは実態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決定事項シート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1枚に集約・日次更新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招待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期限内承認＋ログイン確認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13831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議事録/PR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513831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1箇所に集約・設計書も回す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7220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姿勢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17220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見てから作る・動くもので会話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次のステップ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用語辞典 → ロールプレイ → 案件追体験へ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型を覚えたら、手を動かして慣れていこう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learning｜新人オンボーディング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