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第7回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電気料金の仕組み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基本料金はデマンドで決まる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料金の構成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基本料金＋電力量料金の「2階建て」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基本料金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契約電力(kW)に課金。単価×契約電力×力率による割引・割増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電力量料金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使用量(kWh)に課金。季節・時間帯で単価が変わるプランも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燃料費調整額 / 再エネ賦課金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使用量に連動。燃料価格・国の制度で毎月〜毎年変動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小売自由化で契約先は地域電力とは限らない。新電力は市場連動プランのことも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一番のキモ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デマンドと契約電力（実量制の怖さ）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・デマンド＝30分ごとの平均使用電力(kW)。1日48個の値が記録される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・500kW未満の高圧は、過去12か月のデマンド最大値がそのまま契約電力（実量制）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・1年に1回、たった30分の高い値が、その後12か月の基本料金を決めてしまう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朝の立ち上げで炉・コンプレッサー・空調を同時に入れる「重なり」がピークの典型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力率と料金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力率を上げると基本料金が安くなる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・多くの高圧プランは力率85%が基準。1%上回るごとに1%割引、下回ると1%割増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・力率100%なら15%割引。このために付いているのが進相コンデンサ(SC)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・請求書に力率が載る。100%に届いていなければコンデンサの故障・容量不足を疑う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請求書で見る項目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毎月の請求書は、分析の一次資料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契約電力(kW)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いくつか。過去1年で変動しているか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当月の最大需要電力(kW)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契約電力に対しどの程度か。ピークの出た月はいつか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使用電力量(kWh)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月ごとの増減。生産量と連動しているか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力率(%) / 契約種別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100%か・下がった月はないか／時間帯別・市場連動か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第7回まとめ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「同時に使う勢い」を抑えるのがコスト削減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・料金は 基本料金(kW)＋電力量料金(kWh) の2階建て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・基本料金は30分の最大デマンドで決まり、一度のピークが1年効く（実量制）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・力率を上げれば基本料金が下がる。請求書の力率・デマンドは分析の宝庫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