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案件追体験シリーズ ｜ 番外編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電話×AI：通話を自動で記録・要約する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PBX × 音声基盤 × CRM/CTI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この案件の背景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鳴った電話を、AIが記録し、要約する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・コールセンターの電話業務をAIで変える案件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・PBX(電話交換機)の通話を、音声基盤が書き起こし・要約する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・要約と顧客情報を、CRM/CTIの画面に流し込む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あなたは音声基盤側のFDE。相手は電話業務のプロと、CRM側の開発チーム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連携の全体像を、どう固めるか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・PBX・音声基盤・CRMの3者をつなぐ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・つなぎ目の仕様は、まだ言葉でしか共有されていない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・相手のパラメータが、こちらで受け取れる形か不明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つなぎ目を、先に噛み合わせる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・PBXのパラメータ一覧＝音声基盤で受け取れる形を一覧化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・シーケンス図(イベントの流れ)と合わせて3者で認識合わせ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・学び：言葉だけで始めると、つなぎ目で必ず食い違う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何を起点に、処理を動かすか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・通話イベントは多い（着信・応答・保留・終了…）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・音声基盤の処理（履歴・書き起こし・要約）をどこで動かすか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・全部拾うと複雑。確実に効く起点を1つ決めたい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通話終了イベントを起点にする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・通話終了のwebhookを受けて、履歴作成→書き起こし→要約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・明確な区切りを起点にすると、素直で壊れにくい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・学び：発展処理は、この起点の上に後から足せる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要約を、いきなり本番に出すか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・書き起こしから要約を作れるようになった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・少し直せばCRM画面への連携は出せそう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・だが要約の粒度・カテゴリは、現場で使える中身か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中身を検証してから、本番につなぐ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・要約のカテゴリ・内容を先にヒアリングで検証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・少し直して精度を確かめてからCRMへ連携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・学び：“画面に出せる”と“中身が正しい”は別物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どこまで作るか ― 発展機能の誘惑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・通話番号→顧客情報の即時表示＋CRM画面遷移はコア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・さらにリアルタイム通知を生かす発展案も出てきた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・面白いが、今の検収に要るのはどこまでか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コアを固め、発展は“追って検討”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・番号→顧客情報→画面遷移のコアを先に固める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・リアルタイム通知の発展機能は追って検討に置く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・学び：“今の検収に要るか”で線を引く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顧客フィードバックを、どう取るか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・相手は、実際の電話業務のプロ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・会議室で資料・画面を説明するだけでも説明はできる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・でも、本当に使える/使えないをどう引き出すか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本物の流れを見せて、引き出す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・現地で実際に電話をかけ、通話→要約→実画面まで見せる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・要約結果もUIで触ってもらい、その場でFBをもらう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・学び：資料では、現場の“使える/使えない”は出ない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検証は、デモ番号で足りるか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・技術検証はデモ用の電話番号で進められる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・実際に業務で使う番号は、まだ全部もらえていない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・デモだけだと、本番で初めて出る問題を取りこぼす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早く“本番条件”に寄せる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・デモ番号で進めつつ、実際に使う番号を早めに全部もらう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・本番の着信・顧客紐付けに近い条件で検証する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・学び：実データ・実番号を早く入れるほど、終盤の事故が減る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電話×AI 連携の型 6か条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1. つなぎ目を先に噛み合わせ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パラメータ一覧＋シーケンス図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2. 確実に効く起点を1つ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通話終了イベントを起点に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3. 出力は中身を検証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要約の精度を確かめて本番へ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4. コア先行・発展は追って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検収に要るかで線を引く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5. 本物の流れでFB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実電話→実画面まで見せる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6. 早く本番条件に寄せる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17220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実番号・実データを前倒し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シリーズ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本編『電子カルテ刷新』全5章もどうぞ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要件整理→連携→設計判断→現場起点→速いQA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learning｜案件追体験シリーズ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