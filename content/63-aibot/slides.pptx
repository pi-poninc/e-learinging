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AIボットの始め方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1体に全部頼まない。役割で分ける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会社の組織のように、ボットを分けて任せる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AIボットの始め方と役割分担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なぜ分ける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1体に全部だと崩れる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・指示がぶれる・報告が長い・任せた範囲が不明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・役割ごとに やること/やらないこと を固定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・報告の型をそろえ、1体ずつ足せる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組織図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6つの役割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振り分け(自分では作業しない)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秘書役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返信・期限・報告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取りまとめ/作業/QA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制作・開発・品質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巡回bot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定期巡回→秘書役へ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最初の1体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契約はWeb・プロフィールが要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・契約はブラウザから(アプリは手数料で割高)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・プロフィール3要素＝役割／やること・やらないこと／報告の型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・まず『まとめ役』1体から始める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つなぐ・回す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チャットで頼む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・コネクタ：「Gmailをつないで」本人が許可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・ルーティン：「毎朝8時に未読と予定を」小さく始める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・まず“読むだけ”で試す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増やす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2体目以降は連携を書く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・説明欄に『誰に頼み・誰に報告するか』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・ボット同士の連絡もチャットで頼む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・巡回botの結果は秘書役にまとめて渡す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効かせる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情報を設計し、送信は確認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・約束事は1か所に短く・記録はメモ置き場・毎回読ませる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・外部送信/支払いは必ず文面と宛先を確認(下書きまでは任せる)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・削除せずアーカイブ・分からなければ要確認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覚える4つ｜まとめ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分ける・頼む・設計する・確認する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まず1体のプロフィールを書いて、朝のルーティンを1つ作る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AIボットの始め方と役割分担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