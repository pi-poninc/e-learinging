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紙・FAX業務をAIで自動化する ｜ 第6回（最終回）</a:t>
            </a:r>
          </a:p>
          <a:p>
            <a:pPr algn="l">
              <a:spcAft>
                <a:spcPts val="800"/>
              </a:spcAft>
            </a:pPr>
            <a:r>
              <a:rPr sz="42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進め方と効果</a:t>
            </a:r>
          </a:p>
          <a:p>
            <a:pPr algn="l">
              <a:spcAft>
                <a:spcPts val="1800"/>
              </a:spcAft>
            </a:pPr>
            <a:r>
              <a:rPr sz="25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― 小さく始めて、確実に効かせる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株式会社pipon｜pipon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鉄則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小さく始める ― 1帳票・1業務から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・全部を一気に自動化しようとすると、たいてい失敗する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・まず1つの帳票・1つの業務に絞って、通しで動かしてみる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・そこで学んだことを、次の帳票へ横展開していく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どこから手をつけるか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「件数 × ミスの痛み」で優先度を決める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・件数が多いほど、自動化の工数削減インパクトが大きい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・ミスの痛み（クレーム・損失）が大きい業務ほど、自動化の価値が高い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・この2つが重なる業務を、最初の対象に選ぶ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効果の測り方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“before / after”を数字で押さえる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工数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880360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1件あたりの処理時間 ×件数（例：3分→30秒）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38728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ミス率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3538728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入力ミス・取り違えの件数の変化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97096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リードタイム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4197096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受信から登録完了までの時間の短縮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626364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導入前の数字を測っておく。でないと「効果があった」が言えない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よくある落とし穴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この3つで、つまずきやすい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・例外を軽視する：きれいな帳票だけで作り、現場の“汚い実物”で崩れる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・精度100%を求める：完璧主義で止まるより、保留＋人の確認で回す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・現場を巻き込まない：使う人の運用に合わないと、結局使われない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pipon流の進め方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観察 → AIで要件整理 → 小さく試す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・① まず現場の“実物の帳票”と“今の流れ”をよく観察する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・② AIに要件を整理させ、決めるべきこと・例外を洗い出す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・③ 1帳票で小さく試し、効果を測ってから横展開する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全6回まとめ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紙・FAXは、AIで“置くだけ”に変えられる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・4ステップ：取り込み → OCR → 構造化 → 連携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・100%を求めず、確信度で振り分け、人は怪しい分だけ確認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・小さく始め、件数×痛みで選び、効果を数字で。全6回おつかれさまでした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