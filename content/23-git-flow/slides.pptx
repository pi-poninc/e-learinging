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はじめてのGitとコマンド ｜ 第4回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Gitの基本の流れ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編集 → add → commit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learning（まったくの初心者向け）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まず全体像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3つの場所を行き来するイメージ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作業場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ふだん編集する場所（working）。ここでファイルを書き換える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準備棚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保存したい変更を“選んで載せる”場所（staging）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保存庫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確定した履歴がたまる場所（repository）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作業場 →（add）→ 準備棚 →（commit）→ 保存庫、と進む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はじめ方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init または clone で始める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git init … 今のフォルダを、Gitで管理し始める（まっさらから）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git clone URL … ネット上のプロジェクトを、丸ごと手元にコピーして始める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・どちらかを一度やれば、そのフォルダはGit管理下になる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手順①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 add ― 「これを保存する」と選ぶ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・ファイルを編集したら、$ git add ファイル名 で“準備棚”に載せる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git add . （ドット）で、変更した全部をまとめて載せられる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・まだ保存は確定していない。“保存する候補を選んだ”段階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手順②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 commit ― 保存（スナップショットを撮る）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git commit -m "やったことの説明" で、準備棚の内容を保存庫に記録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・-m のあとのメッセージに、“何をしたか”を短く書く（例：ログイン画面を追加）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・これで1つの履歴（コミット）が残る。あとで必ずこの時点に戻れる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メッセージは未来の自分・仲間へのメモ。「修正」だけでなく中身を書く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今どうなってる？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status と log で確認する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git status … 今どのファイルが変更・add 済みかを教えてくれる（超よく使う）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git log … これまでのコミット（保存の履歴）を一覧で見る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・迷ったら status。“今の状態”がひと目で分かる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第4回まとめ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編集 → add → commit のくり返し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・3つの場所：作業場 →（add）→ 準備棚 →（commit）→ 保存庫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 add で選ぶ → git commit -m "説明" で保存する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・困ったら git status。次回は、保存した履歴をみんなで共有します（GitHub）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