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案件追体験シリーズ ｜ 第4章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現場起点の機能設計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紙の困りごとを、機能に変える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この章のテーマ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要求仕様書からではなく、現場から作る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・フィールドテストに向け、電子カルテの機能を日々追加していく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・現場に立ち、先生や医事課の“困りごと”を自分の目で見る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・それを機能に翻訳するのが、FDE＝現場起点の設計の核心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現場から上がる6つの困りごとを、どう機能に変えるか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局面01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持ち物を、言葉で書くのが大変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・入院する動物の「持ち物」を紙に記録していた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・「青いリード、少し汚れたタオル」など書き方が人によってバラバラ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・受け取る側が、何のことか分からない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局面01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説明そのものを、無くす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・写真をアップロードできるようにした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・見れば持ち物が分かるので、言葉の説明が要らなくなる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・学び：「言葉で説明が大変」は、説明を無くせるサイン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局面02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書けるのに、現場で書けない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・外来カルテはPCで書ける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・でも診察中は、先生の手も立ち位置も塞がっている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・“書ける”と“現場で書ける”は違う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局面02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体の動線に、入力方法を寄せる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・QRを読み込むと、スマホでそのカルテが開く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・診察の動線（手が塞がる・移動する）に合わせてスマホ入力に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・学び：PCで書ける≠現場で使える。動線に合わせる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局面03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全部出ているのに、見つからない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・過去カルテは情報が全部表示されている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・でも「この薬は初めてか、前にも出てるか」をパッと説明したい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・見たいものに、たどり着けない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局面03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“何のために見るか”で切り口を作る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・受診履歴を、オーダーの種類でフィルタできるようにした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・見る目的（この薬は初めてか）に合わせた軸を用意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・学び：一覧は情報量でなく、到達のしやすさが価値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局面04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一覧に、どの情報を出すか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・患者一覧に出せる項目はたくさんある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・何を出し、何を出さないか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・現場は、何を見て次の行動を決めているか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局面04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行動の起点になるデータを足す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・体重の列を追加した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・体重→大型犬判定→大型ケージ確保、と行動につながる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・学び：データは“眺める”でなく“行動の起点”で選ぶ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局面05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退院にしたら、会計待ちから消えた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・退院処理をすると、まだ精算が終わっていない患者が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・会計待ちの一覧から消えてしまう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・“退院＝終わり”ではない。会計はまだ残っている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局面05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ステータスは、業務の実態を映す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・退院しても会計待ちに残るよう修正した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・退院日つきで入院途中精算に残り、入院料を計上できる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・学び：遷移で、現場のやりかけの仕事を消さない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局面06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現場の要求は、無限に湧く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・現場要求は毎日のように上がってくる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・「先生が関心のある」要望も次々来る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・一方で、外来カルテのコアは動き始めた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局面06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現場で回る最小で、まず出す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・マストと“あったら嬉しい”を分ける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・コア（外来カルテ）が回る状態で、先にフィールドテストへ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・学び：残りは実地で炙り出す。作って学ぶ速さが支える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現場起点の機能設計 6か条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1. 困りごとの形を機能に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説明が大変＝説明を無くすサイン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2. 体の動線に合わせる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書ける≠現場で使える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3. 見る目的で切り口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到達のしやすさが価値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4. 行動の起点でデータ選ぶ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次の一手につながる列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13831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5. ステータスは業務実態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513831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やりかけの仕事を消さない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6. 回る最小でまず出す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17220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残りは実地で炙り出す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シリーズ継続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次章候補：速いQA運用 / テストの回し方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全部起票 → PM確認 → 不明点だけ精査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品質を速く回す運用を、さらに追体験していく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