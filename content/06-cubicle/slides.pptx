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工場の電気設備 入門 ｜ 第4回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キュービクルとは何か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5つの役割と、中に入っている機器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learning（大阪鉛様向け 前提知識 全10回）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キュービクルとは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高圧受電設備一式を金属の箱に収めたもの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・正式名称は「キュービクル式高圧受電設備」。箱(cubicle)に入っているのが名前の由来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・役割は5つ：① 受ける ② 測る ③ 守る（短絡・地絡を瞬時に遮断）④ 下げる ⑤ 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・古い工場や大きな工場では、箱に入れず電気室に機器を並べる「開放形」もある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見た目と置き場所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クリーム色や灰色の金属の箱（物置〜小型コンテナ大）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・屋外の敷地の隅、建屋の屋上、または専用の電気室に置かれている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・扉に「高圧危険」「変電設備」の表示があり、施錠されている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・近くで「ブーン」という低い音 → 変圧器の鉄心の振動で、正常な音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資格のない人は絶対に扉を開けない（安全は第9回で詳しく）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中の機器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受電〜遮断の主役（略号で覚える）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責任分界点の門番。工場側の事故で自動で切り離し、波及事故を防ぐ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DS 断路器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点検時に回路を目に見える形で切り離すスイッチ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VCB 真空遮断器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事故時に大電流を瞬時に切る、高圧のメインブレーカー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LBS・PF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小規模設備でVCBの代わりに使う、簡易版の主ブレーカー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中の機器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測る・守る・下げる・配る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VCT / Wh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取引用メーター一式。使用量とデマンド（30分値）を記録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OCR / GR・DGR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過電流・漏電の見張り。異常ならVCBに「切れ」と指令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Tr 変圧器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6,600Vを200V・100Vに下げる本体。キュービクルの心臓部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SC / MCCB・ELCB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進相コンデンサ(力率改善)／低圧のブレーカー・漏電ブレーカー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一番大事な機器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変圧器(Tr)：容量の話はすべてここが起点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・動力用と電灯用は別の変圧器。動力は三相、電灯は単相で、それぞれに容量(kVA)がある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・容量は 50・75・100・150・200・300・500kVA といった規格値から選ばれる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・何もつながなくても通電だけで少し消費（無負荷損）。古いほど損失が大きい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規模の大きい工場は、動力用が複数台／建屋ごとにキュービクルが分かれることも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形式と寿命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CB形 / PF・S形と、更新の目安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CB形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VCB＋継電器。保護が確実で中規模以上はこちら（4,000kVA以下）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PF・S形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ヒューズ＋負荷開閉器。構造が簡単で安い（300kVA以下）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更新の目安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変圧器20〜30年／VCB・継電器15〜20年／コンデンサ15年前後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精錬所は粉じん・腐食性ガス・沿岸立地が多く、一般の工場より劣化が早い前提で見る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第4回まとめ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キュービクル＝工場の小さな変電所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・役割は 受ける・測る・守る・下げる・配る の5つ。心臓部は変圧器(Tr)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・機器は略号で覚える（PAS・VCB・Tr・SC…）。図面にそのまま出てくる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・動力用と電灯用の変圧器は別。容量(kVA)が次回以降の判断の起点になる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