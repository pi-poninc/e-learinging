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第3回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なぜ「見た目」なのか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形状ルールの限界と、事例学習という突破口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よくある誤解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「形状で分けられない」の正しい意味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・同じ品種でも、形・色・サイズのバリエーションが非常に多い（例：S-4X 一品種でも多様）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・形状の種類と品種の組み合わせが多すぎて、形状から品種を特定しきれない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・→ だが「形状は品種と無関係」ではない。言い方が不正確なだけ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ここが肝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形状を“ルールとして書き下す”のは不可能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・「菱形ならこの品種」のようなルールを人が書き切ることはできない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・前回のベンダーが13の形状分類で失敗したのは、まさにこれが理由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・ルールで解けない問題を、無理にルールで解こうとしていた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でも信号はある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“見た目全体”には品種の信号がある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・見た目全体＝形 ＋ 色 ＋ 質感 ＋ 摩耗 ＋ サイズ の総合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・この全体の中には、品種を見分けられる信号が確かに含まれている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・人がそれを事例から習得できている以上、AIも学習できる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PoCで確認できたこと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見た目だけで2品種が高く分離した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・撮影画像から、見た目だけで2品種を判別 → 個体単位のTop-1が0.947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・形・サイズだけより、色・質感を加えたほうが精度が上がった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・上積みは“コーティング色・質感”由来。これは熟練者も使う正当な見た目特徴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※あくまで2品種・少数での初期兆候。本番は主要10〜20品種での実証がこれから（第7回）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第3回まとめ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ルールでなく“見た目全体”を学習する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・形状→品種をルールで書き下すのは不可能（だから形状分類は失敗した）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・でも“見た目全体”には信号があり、事例から学習できる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・ただし色・質感を使うため、撮影条件の統一が絶対前提（第5回）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