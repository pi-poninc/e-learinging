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はじめてのGitとコマンド ｜ 第3回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Gitとは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「保存」の超進化版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learning（まったくの初心者向け）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Gitとは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変更を記録して、いつでも戻せる仕組み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・Git（ギット）は、ファイルの変更を“履歴として記録する”道具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・こういう仕組みを「バージョン管理」と呼ぶ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・いつ・何を変えたかが全部残り、好きな時点にいつでも戻せる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イメージ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「名前をつけて保存」の、すごい版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・ふつうの保存は、上書きすると前の状態は消えてしまう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・Gitは、保存するたびに“その時点”を丸ごと記録 → 全部あとで見られる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・ゲームのセーブデータが、何百個でも残っていくイメージ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なぜ必要か ①②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戻せる・誰が何を変えたか分かる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・① 間違えても、前の正しい状態にすぐ戻せる（安心して試せる）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・② いつ・誰が・どこを変えたかが、履歴で全部わかる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・「file_最終_本当に最終_v2.docx」のような悲劇から解放される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なぜ必要か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複数人で、同じファイルを安全に触れる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・何人かで同じプロジェクトを、それぞれ編集して合体できる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・誰かの変更で、別の人の作業が消える、という事故を防げる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・だから、開発の現場ではGitがほぼ必ず使われている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作文でいえば、下書きの履歴が全部残り、共同執筆もできるノート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第3回まとめ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Git＝履歴が残る・戻せる・共同作業できる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・Gitはバージョン管理の道具。変更を履歴として記録する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・ふつうの保存と違い、過去の時点にいつでも戻れる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・①戻せる ②誰が何を変えたか分かる ③複数人で安全に。次回は使い方へ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