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第7回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続ける ― 育て続ける仕組み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レビューの型と、今日の3ステップ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続かないと意味がない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第二の脳は、育て続けて効いてくる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・一度作って終わり、ではない。使うほど賢くなる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・「定期的に見返す型」を決めると、無理なく続く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・完璧を目指さない。8割で回し続けるのが勝ち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週に一度（週次レビュー）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Inboxを空にし、今週をふり返る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・Inboxのメモを、各フォルダへ振り分ける（inbox整理）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・今週のテーマ・やり残し・深掘りしたいことを見る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・来週のToを軽く置いておく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月に一度（月次レビュー）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一段上から、全体を見直す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・時間がどこに使われたかを振り返る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・プロジェクトの進み・滞りを棚卸しする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・知識マップを見て、次に書くノートを決める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散らからないコツ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増やすより、流す・捨てる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・終わったProjectは 90_Archive へ送る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・ライブデータは手で直さない（上書きされる前提）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・タグやフォルダを、むやみに増やさない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今日から始める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3ステップだけ、やってみる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Obsidianを入れ、7フォルダを作る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1週間、思いつきを00_Inboxに放り込む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週末に1枚、Permanent Noteを書く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これだけで、第二の脳は動き始めます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最後に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覚えるのは脳の外。考えるのは、あなた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・第二の脳は、記憶を預けて“考える余白”を取り戻す道具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・小さく始めて、毎日ちょっと、育て続ける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・慣れたら、AIを司書に雇って“生きた脳”へ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お疲れさまでした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あなたの第二の脳を、育てていこう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まずはSTEP1から。今日、箱を作るところから。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