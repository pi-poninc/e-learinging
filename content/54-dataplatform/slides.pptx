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AIデータ基盤 ダイジェスト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Everything is an event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監視・分析・顧客向け・課金を1つの基盤で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AIデータ基盤 Everything is an event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なぜ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別々に作ると破綻する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・障害監視・機能分析・顧客ダッシュボード・課金を個別実装→数字がズレる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・あらゆる行動を1本のイベントに残す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・意味づけ（集計）は後から何通りでも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① 設計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後から何にでも使える形で残す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基本項目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time / type / tenant / properties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命名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名詞.動詞で揃える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方針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広く薄く・追記のみ(immutable)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注意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PIIはマスキング・保持期間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② 置き場所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ClickHouse と Postgres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Postgres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業務の正データ・トランザクション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ClickHouse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大量イベントの集計(列指向)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方針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無理に1つにしない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55464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投入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855464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まとめて・event_idで冪等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③ 集計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Materialized View で作り置き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・生イベントは量が多く毎回スキャンは重い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・分/時/日×テナント×種類で事前集計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・ダッシュボードは小さな集計表を読むだけ＝速い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④ 活用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1つの基盤で4役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・障害監視：エラー率・レイテンシ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・プロダクト分析／顧客向けAnalytics(tenantで切る)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・課金KPI：同じ事実から算出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⑤ 課金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成果/使用量ベースと指標設計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・課金対象アクションをevent_typeで定義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・「1件の定義」を顧客と合意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・請求と顧客ダッシュボードは同じ数字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まとめ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残す→正はPG・量はCH→MVで集計→1基盤で4役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課金KPIも監視・分析と同じイベントから。別計算にしない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pipon learning ｜ AIデータ基盤 Everything is an event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