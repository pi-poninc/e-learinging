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｜ 第2話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月額を育てる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契約は、始まりでしかない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月額は、固定でなく“育てる”もの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・契約して終わりではない。関係を育てて拡大する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・鍵は、課題一覧のローリングと、効果の数字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ローリングの実際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毎月の定例で、課題を入れ替える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・終わった課題は外し、新しい課題を上位に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・“次の5つ”を常に顧客と合意しておく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拡大のサイン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広げどきを、見逃さない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・課題が増える／他部署から相談が来る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・効果が数字で出た（そこが値上げ・拡大の根拠）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拡大の切り出し方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効果（数字）を根拠に、範囲を広げる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・「この効果が出たので、隣の課題も月額に入れませんか」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・製品が効いたら、利用料を別建てで乗せる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解約を防ぐ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“効いてる”を、毎月見せ続ける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・月次報告の1枚4項目を欠かさない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・社長が毎月「来月も払う理由」を感じる状態に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やってはいけない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御用聞きに戻らない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・言われたことだけやる＝受託に逆戻り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・こちらから課題を出し、主導権を持つ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第3話：1社を深く耕す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