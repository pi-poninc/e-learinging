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第二の脳の作り方 ｜ 第2回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土台をつくる ― フォルダ構成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迷わない「置き場所」を先に決める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なぜフォルダから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置き場所が決まれば、迷わなくなる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・メモが散らかる原因は、「どこに置くか」で毎回迷うから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・最初に置き場所のルールを決めれば、考えずに放り込める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・世界中で使われる「PARA」という型をベースにします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フォルダは7つだけ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番号をつけて、並び順も固定する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00_Inbox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未処理。まず何でもここに放り込む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10_Daily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日次ログ（その日の記録）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20_Projects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締切のある案件・仕事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30_Areas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終わりなく続ける担当領域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3831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40_Resources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13831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資料・読書メモ・ライブデータ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50_PermanentNotes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17220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自分の言葉で残す知識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90_Archive（終わったもの置き場）を足して、全部で7つ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迷いやすい違い①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Projects と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・Projects＝ゴールと締切がある（例：この案件を3月に納品）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・Areas＝終わりがなく、ずっと続く（例：営業、健康、採用）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・「いつか終わる？」で見分ける。終わるならProject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迷いやすい違い②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Resources と PermanentNotes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・Resources＝外から集めた素材（記事・資料・データのコピー）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・PermanentNotes＝素材を自分の言葉で噛み砕いた知識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・「他人の言葉」はResources、「自分の言葉」はPermanent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大事なルール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フォルダは、むやみに増やさない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・7つで足りる。迷ったら00_Inboxに入れて後で動かす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・深い階層を作らない（探すのが大変になる）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・1つのノートには、1つのテーマだけ書く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やってみよう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今日の作業（5分）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・Obsidianで新しいVault（保管庫）を作る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・上の7つのフォルダを、番号つきで作る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・まだ中身は空でOK。箱を用意するだけ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第2回まとめ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置き場所を先に決める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・PARA＋Inbox＋Daily＋Permanentの7フォルダ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・Projects/Areas、Resources/Permanentの違いを押さえる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・フォルダは増やさない・1ノート1テーマ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