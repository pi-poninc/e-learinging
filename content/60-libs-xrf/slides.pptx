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成分分析入門 ダイジェスト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LIBS/XRF と品種判別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見た目では分からない部材を見分ける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成分分析入門 LIBS/XRF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なぜ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画像AIだけでは判別できない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・外見が似ていても成分が違う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・コーティングで下地が見えない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・だから刻印を読むか、成分を測る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XRF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蛍光X線分析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・X線を当て、返る蛍光X線で元素と量を読む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・非破壊・ハンディ機で現場測定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・軽元素(炭素等)が苦手・コーティング影響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LIBS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レーザーで光らせて読む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当てる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強いレーザーでプラズマ化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読む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発光スペクトル(色)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軽元素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比較的得意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使い分け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XRFと特性を理解して選ぶ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 品種判別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刻印＋成分＋運用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・まず刻印を読む（読めれば確実）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・読めない個体だけ成分分析へ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・確信度が低いものは人へ（見た目頼みにしない）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画像の限界→XRF→LIBS→刻印+成分で判別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製造業前提知識シリーズ（電気設備・TA選別の姉妹編）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成分分析入門 LIBS/XRF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