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CCAR-F 合格対策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合格の戦略：解き方と頻出パターン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模擬問題を解く前に、勝ち筋を押さえる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CCAR-F 合格対策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全体像と、迷ったときの絞り方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・試験は、エージェント設計・ツール・Claude Code・プロンプト・信頼性の5分野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・本番は英語・シナリオ形式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・選択肢で迷ったら、決まった順番で絞る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出題分野（第1弾）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35問がカバーする5分野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分野1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エージェント設計とオーケストレーション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分野2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ツール設計と MCP 連携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分野3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Claude Code の設定とワークフロー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分野4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プロンプトと構造化出力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分野5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コンテキスト管理と信頼性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本番形式（第2弾）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30問の6シナリオ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カスタマーサポートの対応エージェント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Claude Code でのコード生成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マルチエージェントの調査システム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コードベース探索と自動化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CI でのコードレビュー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文書からの構造化データ抽出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解き方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まず、問題文が示す原因を特定する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・ログや数字が書かれていれば、それが原因を指している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・その原因に直接効く選択肢だけを残す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・別の問題を解いている選択肢は消す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解き方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いちばん手間の小さい手を選ぶ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・残った中で、最小の変更で効くものを選ぶ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・別モデルの追加・分類器・振り分け層は、たいてい過剰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・原因が「説明不足」なら、まず説明を直す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解き方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確実さが要る場面は、コードで強制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・金銭・本人確認など、外せない場面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・プロンプトの指示は、失敗率がゼロにならない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・フックなど、コード側で止めるのが正解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頻出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ほぼ常に『外れ』の選択肢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・「大文字で強調」「もっと慎重に、と指示」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・「大きなモデルに変える」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・「確信度を自己申告させてふるい分ける」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・見覚えのないフラグ・設定は、存在しない機能を疑う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勝ち筋を持って、65問へ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原因を見て、直接効く最小の手を選ぶ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CCAR-F 合格対策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