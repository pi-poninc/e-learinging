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工場の電気設備 入門 ｜ 第2回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交流・周波数・単相と三相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3φは動力、1φは電灯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learning（大阪鉛様向け 前提知識 全10回）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交流の基本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直流(DC)と交流(AC)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・直流(DC)＝一方向に流れ続ける。電池、USB、PC内部、ロボット制御（多くはDC24V）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・交流(AC)＝向きが周期的に入れ替わる。電力会社から来る電気はすべて交流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・交流は変圧器で電圧を簡単に上げ下げできるのが利点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周波数(Hz)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大阪・西日本は60Hz（東京は50Hz）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・交流が1秒間に向きを変える回数が周波数。富士川・糸魚川あたりを境に東50/西60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・東京(50Hz)で検証した機器を持ち込むときは、銘板の「50/60Hz」両対応を確認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・電源直結のモーター（ファン・ポンプ等）は60Hzで回転数が約1.2倍になる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大阪鉛様の拠点は60Hz地域。インバーター制御の機械なら周波数の影響はない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単相と三相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1φ＝電灯、3φ＝動力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単相 1φ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1つの波の交流／100V・200V／電線2〜3本／照明・コンセント・PC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三相 3φ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1/3ずつずれた3つの波／200V(大工場で400V)／電線3本／モーター・大型機械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家庭には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単相はある／三相はない（工場・店舗・ビルのみ）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なぜ工場は三相か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三相の3つの利点と、計算に出る√3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モーターが自然に回る：つなぐだけで回転磁界ができ、構造が単純で丈夫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力が途切れない：3つの波の合計が常に一定で、大きな力をなめらかに出せる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・③ 電線が少なくて済む：同じ電力を少ない銅で送れる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三相の計算には √3（約1.732）を掛ける、とだけ覚えれば実務は足りる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図面の読み方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表記は「相・線数・電圧」のセット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3φ3W 6,600V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三相3線式・高圧。電力会社から工場への受電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3φ3W 200V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三相200V＝動力。モーター・ロボット・大型機械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1φ3W 100/200V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単相3線式＝電灯。100Vと200Vの両方が取れる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1φ2W 100V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単相2線式＝普通のコンセント。小型機器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現場で一番多い勘違い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「200V」は2種類ある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・単相200V（大型GPUワークステーション、業務用エアコンの一部）は電灯側につなぐ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・三相200V（モーター、ロボットコントローラーの多く）は動力側につなぐ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・逆につなぐと、動かないか、壊れる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機器選定は銘板の「電源」欄で 相・電圧・周波数・容量 の4つを必ず確認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第2回まとめ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動力と電灯を取り違えない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・電力会社から来るのは交流。西日本は60Hz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・動力＝三相(3φ)、電灯＝単相(1φ)。三相の計算には1.732を掛ける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・200Vは単相と三相の2種類。逆につなぐと壊れる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