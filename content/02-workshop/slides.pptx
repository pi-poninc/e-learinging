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新入社員向け 研修</a:t>
            </a:r>
          </a:p>
          <a:p>
            <a:pPr algn="l">
              <a:spcAft>
                <a:spcPts val="600"/>
              </a:spcAft>
            </a:pPr>
            <a:r>
              <a:rPr sz="42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会議に出るだけで、終わらせない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― 顧客ワークショップを「翌日の意思決定」に変える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948C"/>
                </a:solidFill>
                <a:latin typeface="Hiragino Kaku Gothic Pro"/>
                <a:ea typeface="Hiragino Kaku Gothic Pro"/>
                <a:cs typeface="Hiragino Kaku Gothic Pro"/>
              </a:rPr>
              <a:t>株式会社pipon｜pipon learning  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今日の実例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JARMeC×キャミック 遠隔読影ワークショップ（第10回）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・遠隔読影の運用・例外処理・レポート入力の設計を議論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・曖昧なままだった運用を、その場で「構造」に落とした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・決めたことは、その日のうちにチームへ共有した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原則①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曖昧な運用は「レーン / 階層」で構造化する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・例外処理は3レーンに：緊急・急ぎ / 情報不足 / 想定外の所見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・レポート入力は3階層に：自動入力 / 選択・定型文 / 自由記載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・「分類（レーン）」や「段階（階層）」に分けると、一気に決まる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原則②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決定・未決・次アクションを分けて、即共有する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・決まったこと / まだ決まっていないこと / 次にやること を分ける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・その日のうちに共有する（鮮度が価値）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・分けるだけで、翌日から「誰が何をやるか」が明確になる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原則③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AIに整理させ、人は「要らない所を削る」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・生の議事メモをAIに渡して、まず構造化させる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・人は、要らない所を削る・判断する に集中する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・「完璧な議事録」より「次に動ける要点」を優先する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3E"/>
                </a:solidFill>
                <a:latin typeface="Hiragino Kaku Gothic Pro"/>
                <a:ea typeface="Hiragino Kaku Gothic Pro"/>
                <a:cs typeface="Hiragino Kaku Gothic Pro"/>
              </a:rPr>
              <a:t>新人へ、これだけは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会議の成果は「議事録」ではなく「次に動ける状態」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・出て終わりにしない。翌日の意思決定を作る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・曖昧な業務は、レーン・階層に分けて構造化する</a:t>
            </a:r>
          </a:p>
          <a:p>
            <a:pPr algn="l">
              <a:spcAft>
                <a:spcPts val="1400"/>
              </a:spcAft>
            </a:pPr>
            <a:r>
              <a:rPr sz="2300" b="0">
                <a:solidFill>
                  <a:srgbClr val="F5F3F0"/>
                </a:solidFill>
                <a:latin typeface="Hiragino Kaku Gothic Pro"/>
                <a:ea typeface="Hiragino Kaku Gothic Pro"/>
                <a:cs typeface="Hiragino Kaku Gothic Pro"/>
              </a:rPr>
              <a:t>・決定・未決・次アクションを分けて、その日に共有する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