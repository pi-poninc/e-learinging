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新入社員向け 研修</a:t>
            </a:r>
          </a:p>
          <a:p>
            <a:pPr algn="l">
              <a:spcAft>
                <a:spcPts val="6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会議に出るだけで、終わらせない</a:t>
            </a:r>
          </a:p>
          <a:p>
            <a:pPr algn="l">
              <a:spcAft>
                <a:spcPts val="1800"/>
              </a:spcAft>
            </a:pPr>
            <a:r>
              <a:rPr sz="26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― 顧客ワークショップを「翌日の意思決定」に変える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  2026.09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まず、よくある失敗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8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会議が「出て終わり」になっていないか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424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・議事録は残るのに、翌日、誰も動いていない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・「決めたつもり」で、実は何も決まっていない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・次の会議でまた「で、結局どうする？」が繰り返される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今日の実例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8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JARMeC×キャミック 遠隔読影ワークショップ（第10回）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424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・動物病院の「遠隔読影」を、新システムでどう回すかを設計する会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・論点は、運用ルール・例外処理・レポートの入力方法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・ここが曖昧なままだと、システム実装で必ず詰まる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今日の流れ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8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おぼえてほしいのは、3つの原則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424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・原則① 曖昧な運用は「構造」に落とす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・原則② 決定・未決・次アクションを分ける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・原則③ AIに整理させ、人は「削る・判断する」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原則① ― その1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8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曖昧な運用は「レーン」で分ける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424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・遠隔読影の例外を、3つのレーンに分けた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・①緊急・急ぎ　②情報不足　③想定外の所見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・レーンごとに対応方針を決めれば、現場が迷わなくなる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原則① ― その2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8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さらに「階層」で段階に分ける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424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・レポートの入力を、3つの階層に分けた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・自動入力（迷わず決まる）／ 選択・定型文（選べば済む）／ 自由記載（判断が要る）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・「全部を自由記載にしない」ことで、入力が速く・揺れなくなる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原則① 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8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レーン＝分類、階層＝段階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424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・曖昧なものは、「分類（レーン）」か「段階（階層）」に分けると決まる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・先に「どう分けるか」を決めると、議論が一気に進む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原則②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8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決定・未決・次アクションを、分ける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424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・決定 … もう動かしていいこと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・未決 … 誰が・いつまでに決めるか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・次アクション … 誰が・何をやるか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・ぜんぶ混ざった議事録にしない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原則②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8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そして、その日のうちに共有する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424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・鮮度が価値。翌日には記憶も熱量も薄れる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・完璧な議事録より、「動ける1枚」を先に出す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・未決は宙ぶらりんにせず、必ず担当と期限をつける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原則③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8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AIに整理させ、人は「削る・判断する」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424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・生の議事メモを、まずAIに渡して構造化させる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・人は、要らない所を削り、重要な判断をする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・「完璧な記録」ではなく「次に動ける要点」に寄せる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明日からの手順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8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この型を、自分の会議で回す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424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・① まず現場・論点をよく観察する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・② レーン／階層で構造化する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・③ 決定・未決・次アクションに分ける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・④ その日のうちに共有する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7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新人へ、これだけは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会議の成果は「議事録」ではなく「次に動ける状態」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424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・出て終わりにしない。翌日の意思決定を作る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・曖昧な業務は、レーン・階層に分けて構造化する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・決定・未決・次アクションを分けて、その日に共有する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