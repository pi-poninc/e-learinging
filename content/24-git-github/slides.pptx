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はじめてのGitとコマンド ｜ 第5回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GitHubと共有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クラウドに置いて、みんなで使う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learning（まったくの初心者向け）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GitHubとは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Gitの保存庫を、クラウドに置く場所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・GitHub（ギットハブ）は、Gitの保存庫をインターネット上に置けるサービス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・手元のパソコンが壊れても、クラウドに残る＝バックアップになる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・URLで共有すれば、チームの全員が同じプロジェクトを使える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Git（道具）と GitHub（置き場所）は別物。混同しやすいので注意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2つの場所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ローカル（手元）とリモート（クラウド）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ローカル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自分のパソコンの中。ここで編集し、add / commit 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リモート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GitHub上（クラウド）。みんなが見られる共有の置き場所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やること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手元で作って、クラウドへ送る／クラウドから受け取る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手元 → クラウド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 push ― 保存した履歴をクラウドへ送る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・手元で commit したあと、$ git push で GitHub に送る（アップロード）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・これで、クラウド側にも同じ履歴が反映される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・他の人は、それを見たり、受け取ったりできる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クラウド → 手元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git pull ― 最新を受け取る／clone で丸ごとコピー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pull … クラウドの最新の変更を、手元に取り込む（ダウンロード）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・$ git clone URL … まだ手元に無いプロジェクトを、丸ごとコピーしてくる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・作業を始める前に pull で最新にそろえる、が基本マナー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第5回まとめ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push で送り、pull で受け取る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・GitHub＝Gitの保存庫を置くクラウド。バックアップにも共有にもなる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・ローカル（手元）⇄ リモート（クラウド）を push / pull で行き来する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・1人でもバックアップとして便利、複数人なら共同作業の土台になる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