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第5回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単線結線図の読み方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この工場の「電気の地図」を読む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単線結線図とは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受電設備のつながりを1枚にした「電気の地図」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・機器のつながりを1枚にまとめた図面。略して「単結」「スケルトン」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・三相は実際は3本だが、1本の線で代表して描く。これが「単線」の意味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・キュービクルの扉の内側か、電気主任技術者・設備担当が保管している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読む手順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上から下へ、変圧器とブレーカーの行き先を拾う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一番上＝受電の電圧と方式（3φ3W 6,600V 60Hz）。上が電力会社側、下が機械側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主遮断装置：VCBがあればCB形、なければPF・S形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変圧器(Tr／丸2つ)を数え、動力用・電灯用が何kVA何台かメモ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・④ 変圧器の下のMCCBの行き先を追う（「予備」と書かれたものは空き）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よく出る書き方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この表記が読めれば十分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3φ 300kVA 6.6kV/210V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三相変圧器・容量300kVA・6,600Vを210Vに下げる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1φ 100kVA 6.6kV/210-105V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単相変圧器・単相3線で210Vと105Vを取り出す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MCCB 3P 225AF/200AT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3極(三相用)ブレーカー・器225A・実際に切れる設定200A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SC 50kvar / 予備・SPARE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進相コンデンサ50キロバール／使っていない空き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出口が210V・105Vなのは配線の電圧降下を見越した高め出し。呼び名は200V・100Vのまま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一緒に見るとよい図面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単線結線図だけでは足りない部分を補う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幹線系統図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キュービクルから各建屋・各盤へのケーブルのつながり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盤図（分電盤・動力盤）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盤の中のブレーカー1つずつの行き先と容量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負荷リスト（負荷表）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つながっている機械の一覧と容量(kW)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機器配置図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盤や機械が建屋のどこにあるか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古い工場は図面が実態と合わないことも。図面は出発点、最後は現地で電気担当者に確認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第5回まとめ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図面が読めれば現地で迷わない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・単線結線図＝電気の地図。上から下へ読む（上が電力会社、下が機械）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・変圧器の相・容量・台数と、ブレーカーの行き先（予備＝空き）を拾う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・幹線系統図・盤図・負荷リストとセットで見て、最後は現地確認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