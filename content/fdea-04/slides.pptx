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応用編 ｜ 第4話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チームでFDEを回す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責任者1人から、チームへ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ねらい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1人の責任者から、育つチームへ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・月額の継続売上が、採用と育成を可能にする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・人を増やしても“人貸し”に戻らない回し方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役割分担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責任者＋実装＋共通基盤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責任者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社長窓口・意思決定・月次報告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実装チーム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具体課題ごとに担当配分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共通基盤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道具・スキルを全社で育てる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立ち上げを速く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共通の道具で、オンボーディングを短縮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・手順書・スキル・接続部品で、新メンバーが早く戦力に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・このeラーニング自体が、その道具のひとつ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担当配分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カテゴリでなく、具体課題ごとに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・負荷の偏りを避け、手の空きを活かす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・（判断の型シリーズ・PM編で詳しく）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品質を保つ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型で、属人化を防ぐ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・決定事項シート／Backlog運用／レビューの型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・誰がやっても一定の質になる仕組み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採用の循環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継続売上 → 採用計画 → 育成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・月額だから、人を採る計画が立つ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・育成の仕組み（このロードマップ）で戦力化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第5話：道具を製品に育てる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