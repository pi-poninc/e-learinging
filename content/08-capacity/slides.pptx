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第6回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容量の考え方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新しい設備を、この工場に足せるか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新しい設備を足せるか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上流から順に3つ確認すれば一次判断できる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変圧器の空き容量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動力・電灯それぞれ。見る資料＝単線結線図、月次点検報告書の電流値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盤・ケーブルの余裕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空きブレーカー・幹線の余裕。見る資料＝盤図、現地確認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契約電力への影響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デマンドがどれだけ増えるか。見る資料＝電気料金の請求書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最終判断は電気主任技術者と工事会社。ただし一次確認はpiponでもできる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用語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設備容量・需要率・負荷率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・設備容量＝つながっている機械の定格を全部足した値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・需要率＝全部が同時にフル稼働はしない。実際の最大使用量の割合（工場で0.4〜0.7）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・負荷率＝変圧器の定格に対し、今どれだけ使っているか。常時80%以下が目安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今の使用量の調べ方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電流値(A)を拾って、kVAに換算する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・月次点検報告書の変圧器二次側の電流値が、もっとも手軽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・ほかに、扉の電流計、スマートメーターの30分値、クランプメーターでの実測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・換算：三相 kVA＝1.732×210×A÷1000／単相 kVA＝210×A÷1000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点検時の電流は「その瞬間」の値。できればフル稼働の時間帯＝最大時の値を使う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計算例（数値は仮）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追加しても負荷率80%に収まるかを見る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・現状：動力300kVAに520A→約189kVA（負荷率63%）／電灯100kVAに250A→約53kVA(53%)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・追加：ロボット・コンベア・コンプレッサー等で動力+16.8kVA、電灯+4.0kVA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・追加後：動力205.8kVA（69%）、電灯57kVA（57%）→ 変圧器はそのまま使える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次に②の盤・ケーブル、③のデマンド（この例で最大17kW前後増）を確認する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容量以外に効く現象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容量が足りてもシステムが不安定になる3つ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・始動電流：モーターは起動の瞬間、定格の5〜7倍。同じ系統の電圧が一瞬下がる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・瞬時電圧低下：大型機械の起動や落雷でPCが再起動・カメラが切れる → UPSを付ける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・ノイズ・高調波：インバーター・溶接機・炉が電源にノイズを乗せる → 系統分け＋アース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選別ラインなど精密なシステムは、設計段階で電気工事会社に伝えておく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足りなかったら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対策は「小さい順」に検討する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負荷の移し替え / 時間ずらし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余裕のある別の盤から取る・同時に動かさない（規模：小）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力率改善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コンデンサを足して無駄な電流を減らす（小〜中）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変圧器の入れ替え・増設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容量の大きいものに替える／1台足す（大・停電工事）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キュービクルの増設・更新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箱ごと足す・替える（特大）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変圧器・キュービクルは受注生産で納期が長い。必要と分かったら早めに工事会社へ納期確認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第6回まとめ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上流から順に、数字で一次確認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・新設備の可否は 変圧器の空き→盤・ケーブル→契約電力 の順で確認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・負荷率は常時80%以下が目安。電流値からkVAに換算して今の使用量を見る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・容量が足りても、始動電流・瞬低・ノイズでシステムは不安定になりうる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