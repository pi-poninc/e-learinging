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ターミナル入門ダイジェスト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黒い画面を、自分の道具に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開き方から、安全ルールまで、ざっと全体像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ターミナル入門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ターミナルを使う理由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・フォルダ操作などを1行で速く・正確に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・Git や Claude Code はここから使う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・怖くない：打ったことしか起きない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開き方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開いて、プロンプトを見る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・Mac：ターミナル.app（Spotlightで『terminal』）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・Windows：PowerShell（WSL / Git Bash も）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・行頭の % $ &gt; の後ろに入力。前が『今いる場所』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迷子3点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現在地と移動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pwd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今どこにいる？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何がある？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cd 名前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移動（.. で1つ上、~ でホーム）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作る・見る・消す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基本の操作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mkdir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フォルダを作る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touch / New-Item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ファイルを作る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中身を見る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消す（即削除・要注意）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時短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速く・正確に打つ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・パス＝住所（絶対/相対・~＝ホーム）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・Tab キーで補完（打ち間違い激減）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・↑ キーで前のコマンドを再利用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困ったとき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詰まっても落ち着く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・止めたい → Ctrl + C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・エラーは『最後の行』をよく読む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・sudo（管理者）は意味が分かるまで使わない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事故を防ぐ型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・rm -rf は最も危険・場所を確認せず実行しない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・コピペしたコマンドは理解してから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・確認（pwd/ls）→ 実行 → 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はじめよう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まず pwd と ls、そして mkdir で1つ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黒い画面に慣れたら、次は GitHub へ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ターミナル入門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