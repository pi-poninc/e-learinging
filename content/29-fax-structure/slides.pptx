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紙・FAX業務をAIで自動化する ｜ 第4回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構造化と項目抽出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文字の塊から、意味のある項目へ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“文字の塊”を、“表の形”に変える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・OCR直後は、ただ文字が並んでいるだけの状態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・そこから、品名・数量・単価・金額・納品先・日付 などを取り出す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・最終的に、1行1件の“表（CSV）”の形にそろえるのがゴール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2つのやり方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ルールベースと、AI。使い分ける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ルールベース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毎回レイアウトが同じ定型帳票向け。「この位置＝数量」と決める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AI /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レイアウトがバラつく帳票向け。「数量はどれ？」と意味で取り出す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現実解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定型はルールで速く正確に、ばらつく分だけAIに任せる、の併用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ただ取り出すだけでは足りない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マスタと突き合わせて“正しい値”にする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・読み取った商品名を、自社の商品マスタの正式な商品コードに変換する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・取引先名も、表記ゆれを吸収して正しい取引先に名寄せする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・この突き合わせで「それっぽい文字」が「使えるデータ」になる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いちばん大事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例外処理 ― 迷ったら“保留して人へ”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・読めない／曖昧／マスタに無い新規取引先 は、無理に確定しない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・確信度が低いものは“保留ビン”に入れて、人が確認する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・間違ったまま自動で流すより、保留のほうが圧倒的に安全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「何を自動で通し、何を人に回すか」の線引きが、品質と効率の両立のカギ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出力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連携しやすい形にそろえる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・CSVやJSONなど、基幹システムが取り込める形式に整える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・項目名・並び順・コード体系を、受け渡し先の仕様に合わせる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・元画像へのリンクも残すと、あとで確認・訂正しやすい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第4回まとめ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“使えるデータ”に仕上げる工程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・文字の塊 → 品名・数量・金額…の“表”に構造化する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・定型はルール、ばらつきはAI。マスタ突き合わせで正しい値に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・迷ったら保留して人へ。出力は連携先の仕様に合わせる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