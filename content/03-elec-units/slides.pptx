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工場の電気設備 入門 ｜ 第1回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電気の単位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V・A・kW・kVA・kWh と「力率」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learning（大阪鉛様向け 前提知識 全10回）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この講座のゴール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電気担当者・ベンダーと「同じ言葉」で話せる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・工場の電気は、単位と用語さえ押さえれば怖くない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・読み終えると「新しい設備をこの工場に置けるか」を自分で一次確認できる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・全10回。第1回は、すべての土台になる“単位”から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先に結論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まず、この3つだけ覚えてください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・キュービクル＝電力会社の6,600Vを工場用の200V・100Vに下げる「小さな変電所」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・3φ（さんファイ）＝三相。モーターを回す電気。工場では「動力」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・1φ（たんそう）＝単相。照明・コンセント・PC用。工場では「電灯」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電気の超基本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単位は5つ分かればほぼ追える（水道でたとえる）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V ボルト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電圧＝水圧（押し出す力）／「200Vの機械」「6,600Vで受電」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 アンペア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電流＝流れる水の量／「ブレーカーは100A」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kW キロワット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有効電力＝実際に水車を回している力／「モーターは7.5kW」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kVA ケーブイエー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皮相電力＝配管の太さ（器の大きさ）／「変圧器は300kVA」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kWh キロワットアワー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電力量＝使った水の総量／「今月は50,000kWh使った」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単位① 電圧と電流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高い電圧で送り、使う直前で下げる理由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・電圧(V)は電気を押し出す力、電流(A)は実際に流れる量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・同じ仕事なら、電圧を高くすると電流は少なくて済む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・電流が少ないと電線を細くでき、損失も減る → だから高圧で送る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単位② 電力と電力量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kWは「勢い」、kWhは「積み上げ」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・kW＝今この瞬間に、どれだけの勢いで使っているか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・kWh＝その勢いで何時間使ったか（10kWの機械を3時間で30kWh）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・車でいえば kW＝速度計、kWh＝走行距離。電気料金は両方にかかる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最初のつまずきどころ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kWとkVAの違い＝「力率」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・kVA（皮相電力）＝電圧×電流の見かけの電力。電線・変圧器はこれに耐える必要がある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・kW（有効電力）＝そのうち実際に仕事をした分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・力率＝kW÷kVA。1に近いほど無駄がない（対策なし0.8前後、コンデンサで0.95〜1.0）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ビールのジョッキ：全体がkVA、ビールがkW、泡が無効電力。泡が多くても器は同じだけ使う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第1回まとめ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まずは単位を体に入れる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・単位は V・A・kW・kVA・kWh の5つ。kWは仕事量、kVAは器、kWhは使った量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・力率＝kW÷kVA。1に近いほど無駄がない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・次回は、交流・周波数・単相と三相（動力と電灯）へ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