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セキュリティ基礎ダイジェスト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全員の習慣で、自分と会社を守る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むずかしい技術より、当たり前の徹底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pipon learning ｜ セキュリティ基礎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なぜ？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狙いと、守る対象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・狙いはお金と情報（顧客データも）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・入口のほとんどは『人』（だます／弱いパスワード）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・当たり前を徹底すれば、大半は防げる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① パスワード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使い回しをやめる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・使い回し厳禁（1つ漏れると連鎖）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・パスワードマネージャで生成・保管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・漏洩チェック（haveibeenpwned）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② 2段階認証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漏れても止められる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・パスワード＋もう1つの確認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・認証アプリ・パスキー ＞ SMS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・メール・GitHub・銀行・会社から必ず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③ フィッシング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だまされない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・差出人ドメイン・緊急の煽り・URLを疑う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・リンクから入らず、公式サイト/アプリから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・『振込先変更』は電話で本人確認（BEC）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④ 端末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ロック・暗号化・更新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・画面ロック＋自動ロック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・ディスク暗号化（FileVault / BitLocker）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・OS・アプリを最新に／公衆Wi-Fiは慎重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⑤ データ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最小限・貼らない・上げない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・顧客情報は必要な人だけ・共有範囲を確認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・生成AIに機密・個人情報を貼らない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・GitHub に APIキー/パスワードを上げない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⑥ 備え＆対応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バックアップと、起きたとき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・3-2-1 バックアップ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・怪しい添付・マクロを開かない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・起きたら：ネット遮断 → パスワード変更 → 即報告（隠さない）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今日から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使い回さない・2FA・疑う・貼らない・報告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小さな習慣の積み重ねが、いちばん強い防御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pipon learning ｜ セキュリティ基礎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