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第二の脳の作り方 ｜ 第5回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つなげる ― 情報を知識に変える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自分の言葉にして、リンクで結ぶ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情報と知識は違う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集めただけでは、まだ情報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・記事やメモ＝「他人の言葉」の情報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・自分の言葉で言い直して、はじめて「知識」になる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・それを残すのが Permanent Note（ずっと使えるノート）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Permanent Note の型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4つの問いに答えるだけ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一言でいうと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要するに何か（1〜2行）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自分の言葉で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なぜ・どういう仕組みかを説明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具体例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実際の場面を1つ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55464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関連ノート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855464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他のノートへ[[リンク]]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1ノート1テーマ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ノートは、小さく分ける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・1枚に1つの考えだけ書く（あれこれ詰め込まない）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・小さいほど、他のノートとつなぎやすい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・タイトルは「主張」にすると、後で探しやすい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つなぐ ― リンク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[[二重カッコ]]で、ノートを結ぶ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・関連する言葉を [[こう囲む]] だけでリンクになる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・リンクをたどると、関連知識が芋づる式に出てくる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・バックリンクで「どこから参照されたか」も分かる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可視化 ― グラフビュー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知識のつながりが、目で見える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・ノートを点、リンクを線として、全体を地図で表示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・よくつながる点＝自分の関心の中心が見えてくる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・孤立した点＝つなぎ先を探すヒントになる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やってみよう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今週、1枚だけ書く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・Inboxのメモから1つ選び、自分の言葉で言い直す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・4つの問い（一言／説明／例／関連）に答える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・関連する言葉を[[リンク]]でつなぐ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第5回まとめ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自分の言葉にして、つなぐ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・情報→自分の言葉→Permanent Noteで知識になる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・1ノート1テーマ、小さく分ける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・[[リンク]]で結び、グラフで俯瞰する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