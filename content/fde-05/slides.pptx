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FDEスクール 入門編 ｜ 第5話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共通の道具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3条件で、一番見落とされがちな3つ目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 ／ FDEスクール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なぜ重要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無いと「人貸し」に戻る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・共通の道具が無いと、ただ人を貸す会社に戻る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・これがあるから、早く・安く提供できる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道具の種類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スキル・手順書・接続部品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Claude Codeのスキル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繰り返す作業を部品化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手順書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案件ごとに残す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接続部品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どの顧客でも使える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製品化した道具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現場から、製品が生まれる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・医療のボイスチャート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・社内ポータルの雛形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・大阪鉛で作った選別モデル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循環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現場 → 道具 → 次の顧客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・現場で作ったものを、必ず道具として残す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・次の顧客で使い回す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・これで、会社に資産が積み上がる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置き場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誰でも見つけて再利用できる状態に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・piponのイントラ／GitHub／第二の脳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・置き場を決めておく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次回予告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第6話：ケース 大阪鉛（ONS）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実例を、通しで見る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 ／ FDEスクール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