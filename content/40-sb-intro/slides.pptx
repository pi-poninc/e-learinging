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第二の脳の作り方（Obsidian × AI）｜ 第1回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第二の脳とは何か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なぜ、もう一つの脳を持つのか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こんな悩み、ありませんか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メモはするのに、活かせない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・メモがあちこちに散らばって、どこに書いたか分からない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・書いたこと自体を忘れて、同じことを何度も調べ直す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・振り返りたいのに、過去の情報がつながっていない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外に記憶を預け、いつでも引き出す仕組み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・頭の中だけで覚えようとしない。外部に知識を貯める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・必要なとき、すぐに検索して引き出せる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・貯めた知識どうしがつながり、考えるのを助けてくれる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脳は「考える」ことに集中し、「覚える」は第二の脳に任せる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このコースの第二の脳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役割は2つ。読む脳と、動かす脳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読む・書く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Obsidian（ノートを見る・編集する）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動かす・考える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AI＝Claude Code（集める・分析する・作る）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Obsidianは静かな図書館。AIはそこで働く司書、と考えると分かりやすい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普通のメモとの違い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「静かなメモ帳」から「生きた知識」へ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従来のメモ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この第二の脳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手で書いて貯める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データが自動で流れ込む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書いたら忘れる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すぐ検索・分析できる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情報がバラバラ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リンクで全部つながる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4つのステップで育てる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ためる ― 思いついたことを、まず全部放り込む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まわす ― 毎日、軽く見返す習慣をつくる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つなげる ― 情報を、自分の言葉の知識に変える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生かす ― AIとデータ連携で、自動で動く脳にする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安心してください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最初は、Obsidianとフォルダだけ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・いきなり全部やらない。まずは無料のObsidianを入れるだけ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・フォルダを5つ作って、メモを放り込むところから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・AIやデータ連携は、慣れてきてから足せばいい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このコースの進み方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土台 → 習慣 → 知識化 → AIで生かす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・第2回：土台（フォルダ構成）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・第3〜4回：習慣（ためる・まわす）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・第5回：知識化（つなげる）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・第6〜7回：AIで生かす・続ける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誰でも第2回から手を動かせます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覚えるのは第二の脳。考えるのは自分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・第二の脳＝外に知識を貯め、すぐ引き出せる仕組み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・読むのはObsidian、動かすのはAI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・まずは小さく。今日はこの考え方だけ持ち帰ればOK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