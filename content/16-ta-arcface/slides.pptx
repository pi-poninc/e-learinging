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第4回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距離学習 ArcFace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「同じ品種は近く、違う品種は遠く」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画像を数値ベクトルに変え、“近さ”で品種を見る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・各チップ画像を数値のベクトル（特徴量）に変換する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・同じ品種は近く、違う品種は遠くなるように、その空間を学習する（これがArcFace）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・新しいチップは、既知の品種のどれに“近い”かで判定する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なぜ普通の分類でなく距離学習か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理由①：未知の品種を「保留」にできる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・どの既知品種にも似ていない個体は、無理に分類せず“保留ビン”へ送れる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・普通の分類は、知らない品種でも必ずどれかに当ててしまう（誤混入のもと）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・保留できることが、リサイクル価値の毀損（間違った混入）を防ぐ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理由②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新しい品種の追加に、再学習が要らない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・新品種は、10〜20枚ほど撮影して“登録”するだけで対応できる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・モデルをまるごと学習し直す必要がない（運用コストが低い）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・品種が増えても現場が止まらない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理由③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段階的に自動化できる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・稼働の初期は、自動判定70%・保留30%でも、人手を大幅に削減できる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・データを足していくほど、自動で判定できる割合が上がっていく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・“いきなり全自動”を目指さず、少しずつ任せられる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保留のしくみ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信頼度のしきい値で「任せる/保留」を決める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・AIは判定と一緒に“どれくらい自信があるか（信頼度）”を返す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・しきい値を高くすると → 自動化率は下がるが、判定の精度は上がる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・しきい値を低くすると → 自動化率は上がるが、取りこぼし（誤り）が増える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この“自動化率と精度のトレードオフ”を運用で較正するのが段階自動化の肝（第7回で実測）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第4回まとめ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ArcFaceが「保留・追加・段階化」を可能にする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・同じ品種は近く・違う品種は遠く、を学習して“近さ”で判定する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・①未知は保留できる ②新品種は登録だけ（再学習不要）③段階的に自動化できる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・信頼度のしきい値で、自動化率と精度のバランスを調整する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