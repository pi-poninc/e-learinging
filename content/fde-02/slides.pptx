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第2話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課題一覧の作り方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月額の“燃料”をつくる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狙い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「次に月額でやる5つ」を顧客と合意する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・次に月額で解く課題を5つ、お客さまと合意できる状態に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・これができれば、月額提案は自然に通る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訪問・観察で、業務を洗う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・現場で業務を洗う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・Slack・Drive・これまでの定例の記録も棚卸し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・情報を全部集める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課題を“粗く全部”出す（遠慮しない）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・小さいものも、難しそうなものも、いったん全部並べる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・ここでは絞らない。まず出し切る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効果 × 着手の容易さ で優先度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・各課題を「効果の大きさ」と「着手のしやすさ」の2軸で見る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・効果が大きく、すぐ着手できるものが最優先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5つ前後に“束ねる”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・多すぎると、月額提案が重くなる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・テーマでまとめて、5つくらいに絞る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定例でローリング更新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・作って終わりではない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・毎回の定例で見直し、終わったものは次の課題に差し替える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・これが“ローリング”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ONS例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3本柱に束ね、各PRに分解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・たくさんの課題を3本柱へ：社内ポータル／人事評価／TA選別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・各テーマを、具体的な作業単位に分解して進める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この表を埋めれば、そのまま月額提案に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何を解くか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効果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どれだけ効くか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容易さ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着手のしやすさ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月額に入れる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採用可否／備考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第3話：月額提案の出し方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課題5つが揃ったら、いよいよ提案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