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工場の電気設備 入門 ｜ 第8回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法律・保安・人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決める人は誰か／年1回の停電点検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learning（大阪鉛様向け 前提知識 全10回）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設置者(工場)の義務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3つの義務と、電気のことを決める人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 技術基準に適合するよう維持 ② 保安規程を作って国に届け出 ③ 電気主任技術者を選任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・電気主任技術者＝保安を監督する国家資格者（電験三種が有名）。設備の決定権者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・中小工場は社外委託が普通（関西電気保安協会、保安法人、個人の管理技術者）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設備の増設・変更は必ず主任技術者に相談が入る。pipon関与時は早めに話を通してもらう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点検の種類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月次（停電なし）と年次（原則停電あり）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月次点検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毎月〜隔月。外観・異音・異臭・温度・電圧電流の測定（停電なし）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年次点検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年1回。絶縁抵抗測定・継電器の動作試験・遮断器点検・清掃（原則停電）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臨時点検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落雷や台風のあとなど、異常時に状況に応じて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点検ごとに点検報告書が出る。変圧器ごとの電流値・劣化状況が分かる一級資料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年次点検の停電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年1回、工場が止まる＝ITシステムも全部止まる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・工場全体の電気を数時間停止。休日や長期休暇に行うのが一般的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・サーバー・ネットワーク・ゲートウェイPC・監視カメラ・推論PCもすべて止まる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・復電後に自動で立ち上がらない機器が出る（Power BIの更新停止などの典型原因）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UPSは数分〜数十分。停電を乗り切るものではなく、安全に止めるための時間稼ぎ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工事の資格・PCB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配線はpiponは触らない／古い機器のPCB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・プラグを挿す・LAN/USBをつなぐは資格不要。ブレーカーへの配線・盤内作業は資格が必要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・「盤から電源を引く」は必ず電気工事会社へ（見積では“一次側電源工事”）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・古い変圧器・コンデンサのPCB（有害物質）は処分義務。低濃度は2027/3/31が処分期限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キュービクルの更新・撤去の話が出たら、PCB調査が済んでいるかを確認する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第8回まとめ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“決める人”と“止まる日”を押さえる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・設備を決める権限者は電気主任技術者。増設・変更は早めに話を通してもらう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・年次点検では工場が数時間止まり、ITシステムも全部止まる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・点検報告書は設備の現状を知る一級資料。工事には資格が必要（piponは配線に触らない）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