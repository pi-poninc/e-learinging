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現場起点の機能設計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困りごとを、使われる機能に変える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観る→翻訳→最小設計→横展開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現場起点の機能設計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仕様書ではなく“困りごと”から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・あったら便利を並べても現場は使わない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・手作業・ミス・待ちに機能の種がある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・観る→翻訳→最小で作る→小さく出して育てる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観る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紙・Excel・電話の“あるある”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・同じ情報を2回入力していないか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・ミスが起きやすい所（納品先・金額・単位）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・待ち・暗黙ルールを拾う。例外こそ聞く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翻訳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入力 → 処理 → 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何が来る？形式・頻度・量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処理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判断・変換・突合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出力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どこへ・どんな形で返す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分担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大量単純=機械／判断例外=人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最小設計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過剰設計を防ぐ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・ステータス/区分は現場が区別している数だけ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・迷ったら少ない方（後で足す方が簡単）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・手間が減らないなら要件ではない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マスタ・単位・区分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・同じ情報は1か所に持って参照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・単位は変換係数を一元化（手計算させない）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・安易な「その他」を作らない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例外と運用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失敗する時を設計する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・自信がないデータは人のレビュー列へ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・差戻し・通知・ログ（お金/個人情報）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・既存フローにそっと乗せる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⑥ 育てる｜まとめ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ど真ん中をPoC → 検証 → 横展開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「入力→処理→出力」の型は顧客が違っても再利用できる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現場起点の機能設計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