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第二の脳の作り方 ｜ 第6回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生かす ― AIで「生きた脳」にする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自動で流れ込み、考えてくれる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ここからが上級編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手で書く脳を、自動で動く脳へ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・第5回までで、手で育てる第二の脳は完成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・ここからは、AI（Claude Code）を“司書”として雇う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・考え方だけでも知っておくと、将来の伸びしろが見える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2つの道具の役割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Obsidianは図書館、AIは司書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Obsidian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知識を保管し、人が読む・書く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AI(Claude Code)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集める・探す・分析する・資料を作る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同じVault（フォルダ）を、人とAIの両方が使う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データが自動で流れ込む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外の情報が、勝手に貯まっていく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・カレンダー・メール・チャット・開発履歴とAIを接続（MCP）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・毎日決まった時間に、最新情報がVaultへ自動保存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・自分で転記しなくても、脳が最新に保たれる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コマンドで呼び出す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一言で、集約・分析・生成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朝の全情報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/morning-briefing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会議の準備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/meeting-prep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顧客の状況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/client-report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Vaultへ質問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/ask-vault 〇〇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よく使う作業を“自分のコマンド”として登録しておける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何がうれしいか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探す・まとめる時間が、ほぼゼロに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・会議準備が30秒（前回の決定事項と論点が即出る）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・顧客の最新状況が、コマンド一つで一覧に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・月次レポートのPPTXまで自動で生成できる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始め方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小さく試す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・まずAIにVaultを読ませ、「要約して」から始める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・次に、カレンダーなど1つだけ連携してみる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・よく使う作業を1つ、コマンドにしてみる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全部一度にやらない。1つずつ足していく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第6回まとめ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AIを司書にすると、脳が生きる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・Obsidian＝図書館、AI＝司書（同じVaultを使う）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・データは自動で流入、作業はコマンドで一言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・小さく1つずつ連携を足していく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