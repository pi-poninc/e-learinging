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受託PMの作法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速く作るより、止めずに回す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情報を一か所に・未決を可視化・まず全体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受託PMの作法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よくある詰まり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なぜ止まるのか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・決定事項がどこにあるか分からない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・顧客確認待ちで手が止まる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・完璧に整えてから渡すので遅い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顧客確認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一か所に集約・未決を可視化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・決定事項シートを日次更新（口頭も書き写す）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・未決は担当・期限・影響を付けて頭出し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・白紙で聞かず、代替案を2つ出して選ばせる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中間納品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未確定事項一覧を添える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・固まってなくても止めずに中間で出す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・仮置き・確認待ちを明示（色・注記）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・早いフィードバックで方向違いを早期発見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速いQA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全部起票→PM確認→絞る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・整形してから登録しない（遅い）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・まず全部起票して全体を可視化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・分からない質問だけ精査する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外部連携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仕組みで回す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・責任分担表で“誰が何を”を明確に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・「内部確認中」等で相手/自分ボールを区別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・必要ツールの招待を最初に一覧で徹底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集約→未確定を添えて早く→全部起票→仕組みで連携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完璧より、まず全体を可視化して回す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受託PMの作法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