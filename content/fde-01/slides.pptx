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FDEスクール 入門編 ｜ 第1話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入口の仕事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どう入るか、そして「入ったあと」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 ／ FDEスクール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狙い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小さく入り、信頼と情報を得て、月額へ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・小さく確実な仕事で、現場に入る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・信頼と情報を得る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・必ず、次の月額につなげる（ここで終わらせない）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3つの入口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どれかから、必ず入る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① 研修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一番入りやすい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② 業務診断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現場を見て課題一覧を作る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③ 小さな自動化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2〜4週間で“動くもの”を1つ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入口① 研修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一番入りやすい。でも終わらせない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・Claude Code研修などは、最も入りやすい入口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・⚠ 研修だけで終わると、ただの単発になる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・研修は、月額への“踏み台”と考える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入口② 業務診断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課題一覧づくり自体を、小さく受注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・現場を見て、課題の一覧を作る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・この課題一覧が、次に学ぶ月額提案の“燃料”になる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入口③ 小さな自動化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2〜4週間で、動くものを1つ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・早く成果を見せることが、信頼の近道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・完璧より、まず“動くもの”で会話する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入口で必ずやる3つ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最初から、次への橋を意識する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訪問する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現場に足を運ぶ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IT窓口を特定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社内の相談先を見つける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次への橋を架ける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最初から月額を意識しておく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ONS例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簡単な入口と、難しい挑戦の両方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・伺い書・お弁当の業務システムで、確実に入る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・超硬チップ選別という難問のPoCにも挑む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・この両方が「この会社じゃないと」を作る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次回予告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第2話：課題一覧の作り方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月額の“燃料”をどう作るか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 ／ FDEスクール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