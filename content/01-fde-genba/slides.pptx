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新入社員向け 研修</a:t>
            </a:r>
          </a:p>
          <a:p>
            <a:pPr algn="l">
              <a:spcAft>
                <a:spcPts val="400"/>
              </a:spcAft>
            </a:pPr>
            <a:r>
              <a:rPr sz="46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FDEの基本：</a:t>
            </a:r>
          </a:p>
          <a:p>
            <a:pPr algn="l">
              <a:spcAft>
                <a:spcPts val="2000"/>
              </a:spcAft>
            </a:pPr>
            <a:r>
              <a:rPr sz="46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コードより先に、現場を見る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株式会社pipon｜社内教育コンテンツ 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そもそも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FDE（フォワードデプロイドエンジニア）とは？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・顧客の「現場」に入り込んで、実際の課題を自分の手で解くエンジニア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・仕様書を待つのではなく、業務そのものを情報源にする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・作ることが目的ではなく、成果（業務が良くなること）が目的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現場で起きたこと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危うく「依頼書どおり」作りかけた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・「この作業を自動化したい」— 依頼メモを見た瞬間に実装イメージが湧いた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・その場でコードを書き始めそうになった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・でも一度手を止めて、まず現場を見ることにした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やったこと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1時間、隣で作業を観察した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・担当者の作業を、実際に隣で見せてもらった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・「当たり前すぎて言わないこと」を含めて聞いた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・自分でも同じ作業を少しやってみた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わかったこと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本当のボトルネックは別だった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・依頼書の作業は、全体のごく一部でしかなかった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・本当に時間を食っていたのは『別Excelとの二重入力』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・依頼どおり作っていたら、効果はほぼゼロだった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新人へ、これだけは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見てから作る。作ってから聞かない。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・実装スピードより、最初の観察の1時間が成果を決める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・わからない時は、手を動かす前に現場を見る・聞く・やってみる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・ボトルネックは、現場の人が言わない所に埋まっている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