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案件追体験シリーズ ｜ PM編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複数社連携の確認事項マネジメント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― 顧客と5社の「確認」を、どう回すか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この章のテーマ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作業より、“確認を回すこと”が成否を分ける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・複数社連携では、確認したいことが毎日のように湧く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・顧客への確認、外部パートナーへの確認が散発する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・放っておくと、誰も答えず、未回答かも分からなくなる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あなたはPM的な動き。確認を回す6つの判断を見ていきます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局面01 ― 状況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確認したいことが、ばらばらに湧く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・ロールの種類・権限マトリクス・ロック条件…が次々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・思いついた順に、各所で、人により違う聞き方で投げる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・顧客は答えにくく、未回答の管理もできない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局面01 ― 判断と学び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確認は“型”で出す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・システム名・確認事項・担当者(+CC)・期限・参考チケットで揃える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・「何を・いつまでに・どこを見れば」が一目で分かる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・学び：確認の品質は、問いの立て方で決まる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局面02 ― 状況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確認事項が、あちこちに散る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・複数社・複数チャンネルで、確認が個別に発生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・「どこで聞いた？回答来た？」が分からなくなる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・未回答・要決定時期の一覧性が失われる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局面02 ― 判断と学び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確認事項を、集約点で管理する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・専用の場（チャンネル／残論点シート）に集約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・解決済みか・方針・要決定時期の列で管理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・学び：“抜け”と“締切”が同時に見える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局面03 ― 状況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外部パートナーへの確認、誰が回す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・確認先は顧客だけでなく、パートナー各社にも及ぶ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・全員宛てに投げると、誰も自分の担当と思わない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・回答が返らないまま放置される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局面03 ― 判断と学び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担当者を1人立てて、回す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・確認ごとに担当者を1人アサインし、割り振って回答を集める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・定期MTGで処理状況を確認する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・学び：全員宛ては、誰の担当でもない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局面04 ― 状況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週次定例で、決まらない論点がある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・ロック条件・解除方法など、使用感・経営に関わる論点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・現場担当には、そもそも決める権限がない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・毎週議論しても、同じところで止まる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局面04 ― 判断と学び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決まる場所に、頭出しする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・「週次では決まらない」と見極める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・推奨案を整理して、社長・取締役の定例で頭出し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・学び：どこで決めるかを見極めるのもPMの仕事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局面05 ― 状況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丸投げの質問か、推奨案つきか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・「どうしますか？」とオープンに聞くこともできる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・でも顧客は、その仕様の専門家ではない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・白紙で問うと、顧客も迷い、決定が遅れる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局面05 ― 判断と学び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推奨案つきで、問う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・こちらで推奨案（＋代替案）を整理した“たたき台”を出す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・顧客は、選ぶ・直すだけにする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・学び：相手の負担が減り、決定が速く・良くなる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局面06 ― 状況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担当を、どう割り振るか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・カテゴリ（認証・マイページ…）で人を固定すると分かりやすい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・だが負荷が偏り、手の空きを活かせない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・得意・不得意と担当がずれることも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局面06 ― 判断と学び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担当は“具体課題ごと”に割り振る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・カテゴリ丸ごとでなく、カテゴリ内の具体課題ごとに配分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・手の空いた人を、詰まっている課題に回せる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・学び：会社をまたいでリソースを最適配分できる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複数社連携PM 6か条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1. 確認は“型”で出す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名称・内容・担当・期限・参考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2. 集約点で管理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解決済み・方針・要決定時期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3. 担当者を1人立てる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全員宛ては誰の担当でもない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55464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4. 決まる場所に頭出し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855464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現場で粘らず決裁の場へ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13831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5. 推奨案つきで問う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5513831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顧客に丸投げしない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17220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6. 担当は具体課題ごと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617220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カテゴリ固定で偏らせない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シリーズ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本編・番外編もあわせてどうぞ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電子カルテ刷新 全5章 ／ 電話×AI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pipon learning｜案件追体験シリーズ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