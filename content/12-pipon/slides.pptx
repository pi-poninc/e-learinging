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第10回（最終回）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pipon案件での効き方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3つの場面と、現場のチェックリスト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pipon案件での効き方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知識が効くのは、この3場面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・場面1：設備を導入するとき（選別ラインなど）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・場面2：電力データを分析に使うとき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・場面3：システムを止めずに運用するとき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piponは電気工事をしないが「必要な電源条件を正しく出す」「見積の抜けに気づく」責任はある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場面1：設備導入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負荷リストを作り、一次確認して渡す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負荷リストを作る：機器を1台ずつ 相・電圧・容量・台数 で一覧化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動力と電灯に分けて合計 → ③ 既設資料（単線結線図・点検報告書・請求書）をもらう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一次確認：追加後に負荷率80%以下か、デマンドがどれだけ増えるか概算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・⑤ 主任技術者・電気工事会社に渡して正式な検討と見積を依頼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場面1の注意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見積で抜けやすい項目（＝トラブルの種）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一次側電源工事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盤から機械までの配線・ブレーカー増設。ベンダー見積では「別途」が多い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盤の新設・改造 / 接地工事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空きがないときの追加／精密機器・ロボットのアース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UPS / ノイズ対策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瞬低対策／系統分け・フィルター・シールドケーブル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LAN配線 / 空調・放熱 / 停電日程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電源とは別工事／精錬所は高温・粉じん／工場を止める日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ベンダー見積と電気工事見積の間に「誰もやらない作業」が残っていないか突き合わせる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場面2：データ分析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電力は工場の稼働を最も正直に表すデータ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・電力原単位の見える化：生産1トンあたりkWhを炉別・製品別・シフト別にPower BIで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・ピークの要因分析：デマンド最大の30分に何が同時に動いていたか → 立ち上げ順の見直し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・デマンド予測と警報／電力が増えた設備は劣化の兆候（異常の早期発見）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最初の一歩は、過去12か月の請求書と30分デマンド値をもらうこと。追加機器なしで始められる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場面3：止めずに運用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電源トラブルは、IT障害の見落とされがちな原因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・年次点検の停電：予定日を年間カレンダーでもらい、停止・復旧手順を用意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・単一障害点のPC：1台依存の連携は、コンセントが抜けるだけで止まる → UPSと表示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・瞬時電圧低下：原因不明の再起動が続くときは、電源を疑う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誰に何を聞くか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窓口を間違えないための早見表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単線結線図・点検報告書・点検予定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拠点の設備・総務担当 → 電気主任技術者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契約電力・請求書・デマンド値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経理・総務の担当者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盤の空き・コンセントの系統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各拠点の設備担当・出入りの電気工事会社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機械の電源仕様 / 増設の可否・工事費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機械ベンダー / 電気主任技術者・工事会社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もらう資料と、聞く質問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・もらう資料：単線結線図／点検報告書(直近1年)／請求書(12か月)／30分デマンド値／年次停電予定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・聞く質問：受電は高圧か特別高圧か／契約電力は何kWか／変圧器は何kVA何台で負荷率は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・ほか：デマンド最大はいつ・原因／力率は100%か／主任技術者は誰／PCB調査は済か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拠点ごとに設備が別なので、拠点ごとに集める（詳細は配布PDF『工場の電気設備 入門』12章）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全10回まとめ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これで「置けるか」を自分で一次確認できる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・基礎：単位と力率／交流・三相（動力=3φ、電灯=1φ、200Vは2種類）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・設備：受電→キュービクル→単線結線図（心臓部は変圧器）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・実務：容量→料金(デマンド)→法律保安→安全→pipon案件での効き方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用語集と詳細は配布PDFを手元に。数値は大阪鉛様の実資料で確認する。全10回おつかれさまでした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