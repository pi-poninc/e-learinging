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 ｜ 第3回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ためる ― まず全部、放り込む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整理より先に、捕まえる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一番大事な習慣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思いついたら、迷わずInboxへ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・アイデア・気づき・URL・議事録…なんでもまず00_Inboxに入れる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・どのフォルダか迷わない。全部いったんInbox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・「あとで整理する」前提で、まず捕まえるのが最優先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なぜ整理を後回しに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きれいに分類しようとすると、続かない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・入れる瞬間に完璧に分類しようとすると、面倒で書かなくなる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・脳から出すスピードが命。考えるのは後でいい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・整理は、週に一度まとめてやれば十分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何を入れる？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迷ったら、これも全部Inbox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URL・記事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あとで読む・使えそうな情報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会議メモ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決まったこと・やること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ふとした気づき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うまく言えなくてもメモする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やること(TODO)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忘れたくない用事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書き方のコツ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うまく書こうとしない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・一行でいい。完成した文章でなくていい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・「なぜそう思ったか」を一言添えると、後で効く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・事実と、自分の解釈を、分けて書けると最高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AIを使うと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放り込むだけで、振り分けてくれる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・AIに「これ、キャプチャして」と渡すと…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・URLは資料に、議事録は決定事項とアクションに自動で整理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・※上級編。まずは手でInboxに入れるだけでOK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やってみよう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今日から1週間（毎日1分）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・思いついたことを、その場で00_Inboxにメモする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・整理はしない。ただ貯めるだけ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・1週間後、どれだけ貯まったかを見てみる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第3回まとめ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捕まえることが、全ての入口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・思いついたら、迷わずInboxへ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・入れる瞬間に整理しない（続けることが最優先）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・一行でいい。解釈を一言添える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