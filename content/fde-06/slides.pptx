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FDEスクール 入門編 ｜ 第6話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ケース：大阪鉛（ONS）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これまでの型を、実例で通しで見る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 ／ FDEスクール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簡単な入口＋難しい挑戦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・伺い書・お弁当の小さな業務システムで確実に入る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・同時に、超硬チップ選別という難問のPoCに挑む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複数テーマ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課題を3本柱に束ねる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・社内ポータル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・人事評価システム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・TA選別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常駐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訪問・定例・拠点の検討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・月に3〜4回の訪問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・ONS定例と社内定例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・大阪に拠点を借りることも検討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道具化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現場で作ったものが、道具になる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・Entra IDログイン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・権限の一元化部品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・選別モデル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・次の顧客でも使える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月額へ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次の5課題を、継続で解き続ける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・いま、これを月額の継続契約へ再設計している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・次の5課題を、毎月いちばん効く順に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FDEの型（通し）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小さく確実に入る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複数テーマ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課題を束ねて広げる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常駐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現場に入り込む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道具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残して使い回す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13831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月額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513831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継続で解き続ける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FDEスクール 入門編 完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型を、実際の顧客で回そう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あとは現場で、この型を回していくだけ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 ／ FDEスクール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