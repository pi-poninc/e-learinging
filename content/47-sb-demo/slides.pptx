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第二の脳の作り方 ｜ 実演デモ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第二の脳の「1日」を動かす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画面で、実際にやってみる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STEP 1 ― ためる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思いついたら、Inboxへ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・00_Inbox に新しいノートを1枚作る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・思いついたことを、一行でメモする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・整理はしない。まず放り込む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STEP 2 ― まわす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Daily Note に、今日のTop3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・10_Daily に今日の日付でノートを作る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・テンプレートから、今日やることを書く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・最重要の3つ＝今日のTop3を決める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STEP 3 ― つなげる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Permanent Note を1枚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・Inboxのメモを、自分の言葉で言い直す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・一言／説明／具体例／関連、の4つを埋める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・50_PermanentNotes に保存する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STEP 4 ― 結ぶ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[[リンク]] でつなぐ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・関連する言葉を [[二重カッコ]] で囲む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・リンクをたどって、関連ノートへ飛ぶ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・バックリンクで「どこから参照されたか」も見える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STEP 5 ― 俯瞰する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グラフビューで全体を見る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・ノートを点、リンクを線で表示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・よくつながる点＝関心の中心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・孤立した点＝次につなぐ候補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STEP 6 ― 生かす（上級）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AIに、一言で聞く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・Claude Code で Vault を開く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・/ask-vault 今週の要点は？ と聞く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・Vault全体を横断して、まとめて答えてくれる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機微情報が映る場合は、安全な問い合わせに差し替えてください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貯めて、つなげて、引き出す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・手で貯める（Inbox）→ つなげる（Permanent・リンク）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・AIで引き出す（横断検索・分析）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・これが、第二の脳の1日。今日から、あなたも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