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超硬チップAI選別（TA選別）入門 ｜ 第1回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TA選別とは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目的と全体像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一言でいうと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使用済み超硬チップを「品種」に分けて価値を上げる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・超硬チップ＝切削工具などに使う硬い金属（タングステンカーバイド等）のチップ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・使い終わったチップは貴重なリサイクル資源。品種ごとに分けると買取価値が大きく上がる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・TA選別＝この「品種ごとの分別」をAIで行う取り組み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なぜ品種分別で価値が上がるか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混ざると価値が落ち、分けると価値が上がる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・品種ごとに含まれる金属（W・Co・Ti・Ta等）の組成と相場が違う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・いろいろな品種が混ざった状態だと、安い品種の値段に引きずられる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・正しく品種を揃えて出すほど、リサイクルの単価が上がる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現状の課題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選別が「熟練パートさんの手作業」に依存している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・今は熟練者が1個ずつ見て品種を分けている → 属人化している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・育成に時間がかかる（教育コスト）／1日に処理できる量に限界がある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・熟練者がいないと回らない。これをAIで支えたい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従来の選別の流れ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①形状でざっくり → ②刻印で品種確定、の2段階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・まず菱形・三角・四角などの形状でざっくり仕分ける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・次に表面の刻印（例：AC230）を読んで品種を確定する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・ところが、この2段階にはどちらにも限界がある（第2・3回で詳しく）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このプロジェクトの核心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熟練者の「眼」をAIに移す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・刻印を読むのではなく、熟練者がやっている“見た目での品種判別”をAIで再現する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・全体像：分別済みの山を撮る → AIが学習 → 1個ずつ品種を判定 → 迷うものは保留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・保留はXRF（成分分析）や人の目で確定する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「刻印(OCR)で品種を見分ける」ではない点がこのプロジェクトの最重要ポイント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第1回まとめ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TA選別＝超硬チップの品種分別をAIで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・目的：使用済み超硬チップを品種ごとに分け、リサイクル価値を上げる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・課題：今は熟練者の手作業に依存（属人化・教育コスト・処理量の限界）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・核心：刻印ではなく“熟練者の見た目判別”をAIで再現する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