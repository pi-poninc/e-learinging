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FDEスクール 応用編 ｜ 第5話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道具を製品に育てる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現場 → 道具 → 製品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 ／ FDEスクール 応用編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ねらい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現場で作ったものを、資産に変える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・道具の循環を回すと、会社に資産が積み上がる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・育った道具は、製品にもなる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道具化の基準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“2社目で使えるか”で見る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・この顧客専用か、切り出せるか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・切り出せるものは、必ず道具に残す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製品候補（実例）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現場から生まれた製品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・医療のボイスチャート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・社内ポータルの雛形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・大阪鉛で作った選別モデル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置き場と再利用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誰でも見つけて使える状態に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・piponイントラ／GitHub／第二の脳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・見つからない道具は、無いのと同じ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製品の売り方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月額とは別建ての利用料で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・解き続ける月額と、製品の利用料を分ける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・製品が効くほど、両方が伸びる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横展開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1社の道具を、次の顧客の入口に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・作った道具が、次の提案の強みになる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・「この会社じゃないと」を、道具が作る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次回予告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第6話：つまずきパターンと対処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 ／ FDEスクール 応用編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