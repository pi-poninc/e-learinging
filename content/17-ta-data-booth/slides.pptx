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第5回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データ収集が本体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撮影ブースと照明設計が精度を左右する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大原則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AIの精度は、モデルよりデータで決まる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・学習ソフト（学習・登録・保留付き推論）はすでに作成済み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・残る作業の中心は、質の良い学習データを集めること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・ここが本体。ここを手を抜くと、どんなモデルでも精度は出ない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出所とラベル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分別済みの山を“撮るだけ”でデータになる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・熟練者が分別し終えた（品種確定済みの）山を、そのまま撮影する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・その品種が正解ラベル → 追加のラベル付けは不要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・普段の分別フローに、撮影の一工程を組み込むのが現実解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どれくらい集めるか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主要10〜20品種 × 各200個以上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・まず取扱量の多い主要10〜20品種を対象にする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・各品種200個以上を目安に集める（必要数は実証で確定）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・摩耗・汚れの激しい個体を2〜3割含める（きれいな物だけだと現場で外す）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最重要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撮影ブースが精度を左右する（カメラより照明）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・高価なカメラより、照明設計のほうが精度に効く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・固定カメラ ＋ 固定照明 ＋ 単色背景 で、ブレない撮影環境を作る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・1枚に1個、チップが画面の5〜7割に写るようにする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2種類の照明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斜光と拡散、2つの光を使い分ける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斜めから当てる光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表面の溝や刻みを“見た目特徴”として浮かび上がらせる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拡散させた光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コーティングの色を正確に、ムラなく写す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複数面＋ターンテーブル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上面・下面・側面を小型回転台で撮り、データ量を2〜3倍に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斜光は“刻印を読むため”ではなく、見た目特徴を引き出すため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絶対に守ること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撮影条件を全品種で完全に統一する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・品種ごとに照明・撮影日・背景が変わると、AIが“照明の差”で品種を当ててしまう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・それは実質カンニングで、現場に出すと全く使い物にならない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・すべての品種を、同じ条件で撮る。これが崩れると全部が無駄になる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第5回まとめ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良いデータが、良い精度をつくる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・精度はデータで決まる。分別済みの山を撮るだけで正解ラベルが貯まる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・主要10〜20品種×各200個以上、摩耗品も2〜3割含める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・照明設計が命。斜光＋拡散で特徴と色を写し、全品種で条件を完全統一する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