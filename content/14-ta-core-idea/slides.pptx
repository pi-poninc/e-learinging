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超硬チップAI選別（TA選別）入門 ｜ 第2回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熟練者の「眼」をAIに移す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刻印を読まず、見た目で見分ける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突破口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熟練者は刻印を読まず、見た目だけで品種が分かる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・熟練パートさんは、刻印を読まなくても、見た目だけで品種を判別できる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・「なぜ分かるのか」をルールで説明はできない。でも、確実に当てられる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・これは、大量の事例を見て“体で覚えた”能力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それが意味すること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ルール化できなくても、事例から習得できる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・外観と品種の対応は、人がルールとして書き下すことはできない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・でも、人は大量の事例を見れば習得できる ＝ 事例の中に信号がある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・ならば、品種ラベル付きの画像を大量に与えれば、AIも同じ能力を学習できる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「人が事例から学べること」は「AIも学べること」。これがAI化の根拠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正解ラベルはどこから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分別済みの山を“撮るだけ”で正解が手に入る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・熟練者が分別し終えた（品種が確定した）山を、そのまま撮影する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・その品種がそのまま正解ラベルになる → 追加のラベル付け作業は不要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・普段の分別作業に、撮影の一工程を足すだけでデータが貯まる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刻印OCRの位置づけ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刻印は読まない（目的でもない）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・刻印は摩耗・汚れで非常に読みづらく、通常のカメラ＋OCRでは精度が出ない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・そもそも熟練者も刻印を読んでいない。読む必要がない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・材質名のマスタ表は“歴史的なラベル源・参考”であって、判定には使わない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第2回まとめ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“見た目”をAIに教え込む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・熟練者は見た目だけで品種が分かる（ルール化はできないが習得している）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・人が事例から学べるなら、AIも品種ラベル付き画像から学べる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・正解は“分別済みの山を撮るだけ”。刻印OCRは使わない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