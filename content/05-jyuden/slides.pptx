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工場の電気設備 入門 ｜ 第3回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電気が工場に届くまで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受電の全体像・電圧の3区分・責任分界点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learning（大阪鉛様向け 前提知識 全10回）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届くまで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工場は6,600Vのまま受け取り、自分で下げる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・電気は発電所から高い電圧で送られ、段階的に下げられて工場の前まで来る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・家庭は電力会社が電柱の上で100/200Vに下げてくれる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・工場は6,600Vのまま敷地に入れ、自分の設備（キュービクル）で下げる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法律の区分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電圧の3区分（上がるほど要求が厳しい）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低圧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600V以下（100V・200V）／契約50kW未満／家庭・商店・小さな町工場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高圧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600V超〜7,000V以下（6,600V）／50kW以上〜2,000kW未満／中小〜中堅の工場・ビル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特別高圧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7,000V超（22,000V等）／2,000kW以上／大工場・データセンター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キュービクルが登場するのは高圧の世界。大阪鉛様が高圧か特別高圧かは最初に確認する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高圧受電と責任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なぜ高圧で受けるのか／責任分界点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・契約50kW以上は原則、高圧受電。設備を自前で持つ代わりに電気の単価が安くなる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・責任分界点＝電力会社と工場の設備の境目。通常は引き込みの電柱にPASが付く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・そこから工場側は「自家用電気工作物」。点検・修理・更新の責任は工場にある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工場側の事故で近隣を停電させる「波及事故」は損害賠償問題になることもある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工場の中の流れ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キュービクルから機械まで、こう枝分かれする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・① キュービクル：6,600Vを200V・100Vに下げる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・② 幹線：各建屋・各エリアへ伸びる太いケーブル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・③ 分電盤（電灯）・動力盤：ブレーカーが並び、機械1台ずつに分ける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・④ 制御盤（PLC・インバーター）→ ⑤ 機械・コンセント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新設備を入れるときは、この流れを逆にたどって「どの盤・どの変圧器に空きがあるか」を確認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第3回まとめ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受電の全体像を頭に入れる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・工場は6,600Vで受け、キュービクルで200V・100Vに下げて配る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・電圧は 低圧・高圧・特別高圧 の3区分。キュービクルは高圧の世界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・責任分界点から工場側は自分の持ち物。事故責任も工場にある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