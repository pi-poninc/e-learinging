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はじめてのGitとコマンド ｜ 第2回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最初のコマンド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この5つで迷子にならない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learning（まったくの初心者向け）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いまどこ？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pwd ― 現在地を表示する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・ターミナルの中では、今どこかの「フォルダの中」に立っている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・$ pwd と打つと、今いる場所（フォルダの住所）が表示される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・迷ったら、まず pwd。“自分がどこにいるか”を確認する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何がある？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ls ― その場所の中身を見る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・$ ls と打つと、今いるフォルダの中のファイル・フォルダ一覧が出る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・エル・エス（list の略）。中身を“見るだけ”なので安全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・$ ls -l で詳しく、$ ls -a で隠しファイルも表示できる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移動する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cd ― フォルダを開く／戻る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・$ cd フォルダ名 で、その中に入る（change directory の略）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・$ cd .. で、一つ上のフォルダに戻る（ドット2つ）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・$ cd だけ、または $ cd ~ で、自分のホーム（最初の場所）に戻れる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入る→ls で中を見る→また cd、の繰り返しでフォルダを行き来する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④ 作る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mkdir／touch ― フォルダとファイルを作る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$ mkdir 名前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フォルダを作る（make directory の略）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$ touch 名前.txt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空のファイルを作る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作ったら ls で、ちゃんとできたか見てみる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入力を楽にするコツ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コマンドの形と、便利キー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・コマンドの形は「命令 + オプション + 対象」（例：ls -l フォルダ名）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・Tabキー：途中まで打って押すと、名前を自動で補完してくれる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・↑キー：前に打ったコマンドを呼び出せる（打ち直し不要）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第2回まとめ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5つ覚えれば、もう迷子にならない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・pwd（今どこ）／ ls（何がある）／ cd（移動）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・mkdir（フォルダを作る）／ touch（ファイルを作る）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・迷ったら pwd と ls。Tabキーと↑キーで入力はぐっと楽になる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