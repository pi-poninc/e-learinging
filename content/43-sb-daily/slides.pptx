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第4回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まわす ― 毎日の軽い習慣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朝2分・夜1分で、脳が回り出す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貯めるだけでは眠る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毎日ちょっと触ると、脳は生き返る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・情報は、貯めるだけだと埋もれて死んでいく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・毎日ほんの少し見返すだけで、つながりが見えてくる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・鍵は「Daily Note（その日1枚のノート）」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Daily Note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1日1枚、今日の記録をまとめる場所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・10_Daily に「2026-10-10」のような日付名で1枚作る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・今日やること・メモ・気づき・あとで整理、を書く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・テンプレートを用意すれば、毎日同じ形で書ける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朝の習慣（2分）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朝ブリーフィング ― 今日のTop3を決める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・今日の予定とやることを一覧にする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・その中から「今日の最重要3つ」を選ぶ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・最初の1アクションまで決めると、すぐ動ける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夜の習慣（1分）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夕方レビュー ― 振り返って、明日へ渡す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・今日できたこと・できなかったことを書く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・持ち越しは、明日のDailyへ送る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・一日を閉じると、頭がすっきりして休める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AIを使うと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予定もタスクも、自動で集まる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・AIがカレンダーやSlackから、今日の情報を自動で集約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・朝ブリーフィング・夕レビューをコマンド一つで生成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・※上級編。まずは手でDailyを1枚書く習慣から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やってみよう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明日の朝、試すこと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・10_Dailyに今日の日付のノートを1枚作る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・今日のTop3を書く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・夜、できたこと／持ち越しを一言書いて閉じる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第4回まとめ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毎日ちょっと、で回り出す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・Daily Note＝1日1枚の記録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・朝にTop3、夜に振り返り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・軽さが命。完璧を目指さず、続ける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