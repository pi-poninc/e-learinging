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応用編 ｜ 第6話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つまずきパターンと対処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FDEが“受託に戻る”瞬間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ねらい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戻る瞬間を知れば、戻らずに済む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・FDEは、油断するとすぐ受託に戻る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・5つの罠と、その対処を押さえる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罠①・②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単発化 / 御用聞き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単発化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研修・PoCで終わる → 入口で月額の橋を架ける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御用聞き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言われたことだけ → 課題一覧で主導権を持つ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罠③・④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囲い込み / 報告途切れ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囲い込み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独自仕様で縛る → 引き継げる約束で信頼を取る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報告途切れ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月次が形骸化 → 1枚4項目を必ず回す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罠⑤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道具を残さない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・現場で作って、そのまま → “人貸し”に戻る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・必ず道具化して、次の顧客で使い回す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自己チェック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3条件×型が、回っているか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顧客単位の月額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続く契約になっているか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社長と話せる責任者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月次で経営に届いているか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共通の道具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現場→道具→次の顧客が回っているか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FDEスクール 応用編 完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深く、長く、積み上げる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入門編の型を、応用で“続ける力”に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 ／ FDEスクール 応用編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