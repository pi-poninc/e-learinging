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案件追体験シリーズ ｜ 第5章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速いQA運用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整えないことから、速さは始まる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この章のテーマ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設計フェーズ終盤、大量のQAをどう回すか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・病院向け・飼い主さま向けの2種のマイページ設計書を仕上げる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・待っているのは大量のQA（仕様確認）。期日は近い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・きれいに整えてから回すか、荒いまま速く回すか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品質を“速く”回すための6つの判断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局面01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QAを整えてから出すか・荒いまま出すか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・当初は「整形→Backlog登録→PM確認」で進めようとしていた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・整形に時間がかかり、PMに全体像が見えない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・期日（API設計書の中間納品）は迫っている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局面01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まず全部起票 → 確認 → 分からない分だけ修正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・整形せず、全QAを一気にBacklogへ起票した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・PMが全体と関連を見ながら回答できる状態を先に作る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・学び：整えてから渡すをやめる。Ch2の中間納品と同じ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局面02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ステータスが、作業の実態と合わない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・1チケットに「仕様の議論」と「確定仕様の反映」が混在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・やることも担当も違うが、既存ステータスで区別できない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・どの言葉を当てても、実態と少しズレる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局面02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言葉より“次に何をするか”で設計する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・作業段階に合わせてステータスを定義（議論中／確定後の反映）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・「レビュー中＝作業が必要」と共通認識を明示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・学び：完璧な命名より、運用で迷わないこと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局面03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論点が、設計書なしだと分からない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・新規画面・APIのQAは、最新設計書を見ないと論点不明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・設計書の修正はまだブランチ上で、mainに未反映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・回答側が古い設計書を見て、議論がかみ合わない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局面03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前提（設計書）を、先に揃える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・新規画面・APIの設計書を先にレビューしてmainへ反映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・“最新の前提”を揃えてからQAを回す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・学び：前提のズレは、積むほど手戻りが増える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局面04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期日は近い。工程をどう区切るか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・API設計書の納品日が決まっている（動かせない）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・QA出し切り→設計書修正→レビュー→納品、の工程が要る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・連休が挟まり、実働日が少ない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局面04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ゴールから逆算して、日付で区切る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・納品日から逆算し、各工程を日付で区切った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・各時点で“確定した分だけ”で設計書修正を前に進める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・学び：全部揃うのを待たない。遅れが早く見える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局面05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手が空いたメンバーに、何をさせるか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・QAは全部起票したが、整理はされていない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・重複・前後関係（Aが決まればC）が未整理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・メンバーに手の空きが出た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局面05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手隙は、流れを速くする整理に充てる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・冗長性の排除・関連項目の並べ替え・回答案の精査・実装デモ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・新しい作業より、今流れているQAを速くする整理へ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・学び：個人の稼働でなく、流れ全体で考える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局面06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確定していない仕様で、議論を止めるか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・追加モーダルを議論したいが、正式な画面IDがまだ無い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・デザインも未確定、設計書もmainに未反映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・正式化を待つと、議論が止まる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局面06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確定前でも、たたき台で前に進める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・既存画面の延長でAIに仮デザインを作り、Slackで共有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・正式な画面ID化・main反映は後で行う（欠番もOKと割り切る）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・学び：整理・正式化は固まってから。まず議論を進める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速いQA運用 6か条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1. 整えてから渡すをやめる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全部起票→確認→分だけ修正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2. ステータスは実態で設計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次に何をするかが分かる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3. 前提を先に揃える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最新設計書の上で回す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4. 逆算して日付で区切る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確定分だけで前に進める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13831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5. 手隙は整理に充てる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513831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次工程の速度に直結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7220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6. たたき台で止めない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17220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確定前でも議論を進める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案件追体験シリーズ・全5章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1つの案件を、いくつもの視点で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要件整理→連携→設計判断→現場起点→速いQA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お疲れさまでした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