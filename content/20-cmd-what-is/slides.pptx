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はじめてのGitとコマンド ｜ 第1回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コマンドとは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「黒い画面」が怖くなくなる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learning（まったくの初心者向け）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コマンドとは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文字でパソコンに命令すること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・普段はアイコンを“クリック”して操作している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・コマンドは、その代わりに“文字で命令”を打って操作する方法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・その文字を打ち込む場所が「ターミナル（黒い画面）」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なぜ覚える価値があるか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クリックより速く・正確で、自動化もできる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・同じ作業を何度もやるとき、クリックより速くて正確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・手順を文字で残せる＝他の人も同じことを再現できる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・プログラミングやGit（次回以降）を使うには、ほぼ必須の入り口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どこにあるの？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ターミナルの開き方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Mac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「ターミナル」アプリ（LaunchpadやSpotlightで“ターミナル”と検索）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Windows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「ターミナル」または「PowerShell」（スタートメニューで検索）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共通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開くと、文字が打てる黒い（または白い）画面が出る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画面の読み方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「プロンプト」＝入力待ちのサイン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・行の先頭にある記号（例：$ や % や &gt;）は「どうぞ入力してください」の合図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・その後ろに命令（コマンド）を打って、Enterキーで実行する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・実行すると、結果が下に文字で表示される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この教材では入力例を「$ のうしろ」に書きます（$ 自体は打ちません）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怖くないコツ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コマンドは“ただの文字の命令”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・打っただけでは何も起きない。Enterを押して初めて実行される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・打ち間違えても、たいていは「そんな命令はありません」と出るだけ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・いきなり消す系の命令（次回以降で説明）だけ気をつければ、基本は安全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第1回まとめ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コマンド＝文字でパソコンに命令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・ターミナル（黒い画面）に文字を打ち、Enterで実行する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・クリックより速く・正確で、手順を残せて、Gitの入り口になる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・次回は、迷子にならないための最初の5つのコマンドを覚えます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